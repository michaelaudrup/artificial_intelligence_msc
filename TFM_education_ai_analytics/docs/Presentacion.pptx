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6"/>
  </p:notesMasterIdLst>
  <p:sldIdLst>
    <p:sldId id="2561" r:id="rId2"/>
    <p:sldId id="2576" r:id="rId3"/>
    <p:sldId id="2566" r:id="rId4"/>
    <p:sldId id="2564" r:id="rId5"/>
    <p:sldId id="2574" r:id="rId6"/>
    <p:sldId id="2578" r:id="rId7"/>
    <p:sldId id="2579" r:id="rId8"/>
    <p:sldId id="2565" r:id="rId9"/>
    <p:sldId id="2582" r:id="rId10"/>
    <p:sldId id="2581" r:id="rId11"/>
    <p:sldId id="2584" r:id="rId12"/>
    <p:sldId id="2585" r:id="rId13"/>
    <p:sldId id="2586" r:id="rId14"/>
    <p:sldId id="2587" r:id="rId15"/>
    <p:sldId id="2588" r:id="rId16"/>
    <p:sldId id="2589" r:id="rId17"/>
    <p:sldId id="2591" r:id="rId18"/>
    <p:sldId id="2590" r:id="rId19"/>
    <p:sldId id="2592" r:id="rId20"/>
    <p:sldId id="2595" r:id="rId21"/>
    <p:sldId id="2596" r:id="rId22"/>
    <p:sldId id="2593" r:id="rId23"/>
    <p:sldId id="2597" r:id="rId24"/>
    <p:sldId id="2602" r:id="rId25"/>
    <p:sldId id="2601" r:id="rId26"/>
    <p:sldId id="2599" r:id="rId27"/>
    <p:sldId id="2603" r:id="rId28"/>
    <p:sldId id="2604" r:id="rId29"/>
    <p:sldId id="2606" r:id="rId30"/>
    <p:sldId id="2607" r:id="rId31"/>
    <p:sldId id="2611" r:id="rId32"/>
    <p:sldId id="2608" r:id="rId33"/>
    <p:sldId id="2609" r:id="rId34"/>
    <p:sldId id="2610" r:id="rId35"/>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tección Temprana de Riesgo Académico en Plataformas Educativas mediante IA: Análisis y Acciones Pedagógicas" id="{B83AB2A9-3BE6-45D0-83A0-0386E310C711}">
          <p14:sldIdLst>
            <p14:sldId id="2561"/>
            <p14:sldId id="2576"/>
          </p14:sldIdLst>
        </p14:section>
        <p14:section name="La invención del teléfono y su impacto en la comunicación tecnológica" id="{8044E65B-1EB6-40D2-B3BF-E2D45B47C29B}">
          <p14:sldIdLst>
            <p14:sldId id="2566"/>
            <p14:sldId id="2564"/>
            <p14:sldId id="2574"/>
            <p14:sldId id="2578"/>
            <p14:sldId id="2579"/>
            <p14:sldId id="2565"/>
            <p14:sldId id="2582"/>
            <p14:sldId id="2581"/>
            <p14:sldId id="2584"/>
            <p14:sldId id="2585"/>
            <p14:sldId id="2586"/>
            <p14:sldId id="2587"/>
            <p14:sldId id="2588"/>
            <p14:sldId id="2589"/>
            <p14:sldId id="2591"/>
            <p14:sldId id="2590"/>
            <p14:sldId id="2592"/>
            <p14:sldId id="2595"/>
            <p14:sldId id="2596"/>
            <p14:sldId id="2593"/>
            <p14:sldId id="2597"/>
            <p14:sldId id="2602"/>
            <p14:sldId id="2601"/>
            <p14:sldId id="2599"/>
            <p14:sldId id="2603"/>
            <p14:sldId id="2604"/>
            <p14:sldId id="2606"/>
            <p14:sldId id="2607"/>
            <p14:sldId id="2611"/>
            <p14:sldId id="2608"/>
            <p14:sldId id="2609"/>
            <p14:sldId id="2610"/>
          </p14:sldIdLst>
        </p14:section>
        <p14:section name="Conclusión: La innovación tecnológica impulsa la transformación educativa" id="{E0A5E6EE-19DE-4B0A-8638-4E1BDC7A996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00"/>
    <a:srgbClr val="EBFFEB"/>
    <a:srgbClr val="F6E1C6"/>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Estilo oscuro 1 - Énfasis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660"/>
  </p:normalViewPr>
  <p:slideViewPr>
    <p:cSldViewPr snapToGrid="0">
      <p:cViewPr varScale="1">
        <p:scale>
          <a:sx n="91" d="100"/>
          <a:sy n="91" d="100"/>
        </p:scale>
        <p:origin x="134" y="278"/>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20EA2CF-8675-4B45-92D8-2862B26C5079}"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B3AEF2F1-CAE8-4C24-9A0C-F305772E9E19}">
      <dgm:prSet/>
      <dgm:spPr/>
      <dgm:t>
        <a:bodyPr/>
        <a:lstStyle/>
        <a:p>
          <a:pPr>
            <a:lnSpc>
              <a:spcPct val="100000"/>
            </a:lnSpc>
            <a:defRPr b="1"/>
          </a:pPr>
          <a:r>
            <a:rPr lang="en-US" dirty="0"/>
            <a:t>DIMENSIÓN DEL ESTUDIANTE</a:t>
          </a:r>
        </a:p>
      </dgm:t>
    </dgm:pt>
    <dgm:pt modelId="{C8F818BD-760C-4C75-A83D-F1DED5C9992A}" type="parTrans" cxnId="{67FA8420-C945-434D-A124-F52CDBE9954B}">
      <dgm:prSet/>
      <dgm:spPr/>
      <dgm:t>
        <a:bodyPr/>
        <a:lstStyle/>
        <a:p>
          <a:endParaRPr lang="en-US"/>
        </a:p>
      </dgm:t>
    </dgm:pt>
    <dgm:pt modelId="{BA67193D-BB51-4954-B9D2-0D331602B48D}" type="sibTrans" cxnId="{67FA8420-C945-434D-A124-F52CDBE9954B}">
      <dgm:prSet/>
      <dgm:spPr/>
      <dgm:t>
        <a:bodyPr/>
        <a:lstStyle/>
        <a:p>
          <a:pPr>
            <a:lnSpc>
              <a:spcPct val="100000"/>
            </a:lnSpc>
            <a:defRPr b="1"/>
          </a:pPr>
          <a:endParaRPr lang="en-US"/>
        </a:p>
      </dgm:t>
    </dgm:pt>
    <dgm:pt modelId="{53F3420D-1AA4-4CBE-A6E1-3E5DE14CC31E}">
      <dgm:prSet/>
      <dgm:spPr/>
      <dgm:t>
        <a:bodyPr/>
        <a:lstStyle/>
        <a:p>
          <a:pPr>
            <a:lnSpc>
              <a:spcPct val="100000"/>
            </a:lnSpc>
          </a:pPr>
          <a:r>
            <a:rPr lang="en-US" dirty="0"/>
            <a:t>Datos </a:t>
          </a:r>
          <a:r>
            <a:rPr lang="en-US" dirty="0" err="1"/>
            <a:t>sociodemograficos</a:t>
          </a:r>
          <a:r>
            <a:rPr lang="en-US" dirty="0"/>
            <a:t> del </a:t>
          </a:r>
          <a:r>
            <a:rPr lang="en-US" dirty="0" err="1"/>
            <a:t>estudiante</a:t>
          </a:r>
          <a:r>
            <a:rPr lang="en-US" dirty="0"/>
            <a:t>, </a:t>
          </a:r>
          <a:r>
            <a:rPr lang="en-US" dirty="0" err="1"/>
            <a:t>nivel</a:t>
          </a:r>
          <a:r>
            <a:rPr lang="en-US" dirty="0"/>
            <a:t> </a:t>
          </a:r>
          <a:r>
            <a:rPr lang="en-US" dirty="0" err="1"/>
            <a:t>educativo</a:t>
          </a:r>
          <a:r>
            <a:rPr lang="en-US" dirty="0"/>
            <a:t>, </a:t>
          </a:r>
          <a:r>
            <a:rPr lang="en-US" dirty="0" err="1"/>
            <a:t>nivel</a:t>
          </a:r>
          <a:r>
            <a:rPr lang="en-US" dirty="0"/>
            <a:t> de </a:t>
          </a:r>
          <a:r>
            <a:rPr lang="en-US" dirty="0" err="1"/>
            <a:t>riqueza</a:t>
          </a:r>
          <a:r>
            <a:rPr lang="en-US" dirty="0"/>
            <a:t>, </a:t>
          </a:r>
          <a:r>
            <a:rPr lang="en-US" dirty="0" err="1"/>
            <a:t>fecha</a:t>
          </a:r>
          <a:r>
            <a:rPr lang="en-US" dirty="0"/>
            <a:t> de </a:t>
          </a:r>
          <a:r>
            <a:rPr lang="en-US" dirty="0" err="1"/>
            <a:t>registro</a:t>
          </a:r>
          <a:r>
            <a:rPr lang="en-US" dirty="0"/>
            <a:t>, </a:t>
          </a:r>
          <a:r>
            <a:rPr lang="en-US" dirty="0" err="1"/>
            <a:t>género</a:t>
          </a:r>
          <a:r>
            <a:rPr lang="en-US" dirty="0"/>
            <a:t>. </a:t>
          </a:r>
        </a:p>
      </dgm:t>
    </dgm:pt>
    <dgm:pt modelId="{A08562C9-C794-4875-8AC5-358B51E3B6C3}" type="parTrans" cxnId="{A08CB99E-3F6D-4BB1-9DC7-053C47E0503C}">
      <dgm:prSet/>
      <dgm:spPr/>
      <dgm:t>
        <a:bodyPr/>
        <a:lstStyle/>
        <a:p>
          <a:endParaRPr lang="en-US"/>
        </a:p>
      </dgm:t>
    </dgm:pt>
    <dgm:pt modelId="{050BF479-A151-495A-AEA6-196F5D1B4489}" type="sibTrans" cxnId="{A08CB99E-3F6D-4BB1-9DC7-053C47E0503C}">
      <dgm:prSet/>
      <dgm:spPr/>
      <dgm:t>
        <a:bodyPr/>
        <a:lstStyle/>
        <a:p>
          <a:endParaRPr lang="en-US"/>
        </a:p>
      </dgm:t>
    </dgm:pt>
    <dgm:pt modelId="{363AA52B-4F31-4610-A6A3-287190AE6AE5}">
      <dgm:prSet/>
      <dgm:spPr/>
      <dgm:t>
        <a:bodyPr/>
        <a:lstStyle/>
        <a:p>
          <a:pPr>
            <a:lnSpc>
              <a:spcPct val="100000"/>
            </a:lnSpc>
            <a:defRPr b="1"/>
          </a:pPr>
          <a:r>
            <a:rPr lang="en-US" dirty="0"/>
            <a:t>DIMENSIÓN DE ACTIVIDADES</a:t>
          </a:r>
        </a:p>
      </dgm:t>
    </dgm:pt>
    <dgm:pt modelId="{E3A154B7-7E8F-4E16-AB98-600A9A9D2E3C}" type="parTrans" cxnId="{9700DB67-AF69-4391-A8BC-35E854232AE2}">
      <dgm:prSet/>
      <dgm:spPr/>
      <dgm:t>
        <a:bodyPr/>
        <a:lstStyle/>
        <a:p>
          <a:endParaRPr lang="en-US"/>
        </a:p>
      </dgm:t>
    </dgm:pt>
    <dgm:pt modelId="{B4A65063-EA17-47D0-BA8C-002514107E87}" type="sibTrans" cxnId="{9700DB67-AF69-4391-A8BC-35E854232AE2}">
      <dgm:prSet/>
      <dgm:spPr/>
      <dgm:t>
        <a:bodyPr/>
        <a:lstStyle/>
        <a:p>
          <a:pPr>
            <a:lnSpc>
              <a:spcPct val="100000"/>
            </a:lnSpc>
            <a:defRPr b="1"/>
          </a:pPr>
          <a:endParaRPr lang="en-US"/>
        </a:p>
      </dgm:t>
    </dgm:pt>
    <dgm:pt modelId="{E0CC3486-A0DB-4535-887E-092989D4D4B6}">
      <dgm:prSet custT="1"/>
      <dgm:spPr/>
      <dgm:t>
        <a:bodyPr/>
        <a:lstStyle/>
        <a:p>
          <a:pPr>
            <a:lnSpc>
              <a:spcPct val="100000"/>
            </a:lnSpc>
          </a:pPr>
          <a:r>
            <a:rPr lang="en-US" sz="1400" dirty="0" err="1"/>
            <a:t>Entregas</a:t>
          </a:r>
          <a:r>
            <a:rPr lang="en-US" sz="1400" dirty="0"/>
            <a:t> de </a:t>
          </a:r>
          <a:r>
            <a:rPr lang="en-US" sz="1400" dirty="0" err="1"/>
            <a:t>actividades</a:t>
          </a:r>
          <a:r>
            <a:rPr lang="en-US" sz="1400" dirty="0"/>
            <a:t> y </a:t>
          </a:r>
          <a:r>
            <a:rPr lang="en-US" sz="1400" dirty="0" err="1"/>
            <a:t>evaluaciones</a:t>
          </a:r>
          <a:r>
            <a:rPr lang="en-US" sz="1400" dirty="0"/>
            <a:t> de </a:t>
          </a:r>
          <a:r>
            <a:rPr lang="en-US" sz="1400" dirty="0" err="1"/>
            <a:t>estas</a:t>
          </a:r>
          <a:r>
            <a:rPr lang="en-US" sz="1400" dirty="0"/>
            <a:t> </a:t>
          </a:r>
          <a:r>
            <a:rPr lang="en-US" sz="1400" dirty="0" err="1"/>
            <a:t>mismas</a:t>
          </a:r>
          <a:r>
            <a:rPr lang="en-US" sz="1400" dirty="0"/>
            <a:t>. </a:t>
          </a:r>
          <a:r>
            <a:rPr lang="en-US" sz="1400" dirty="0" err="1"/>
            <a:t>Responde</a:t>
          </a:r>
          <a:r>
            <a:rPr lang="en-US" sz="1400" dirty="0"/>
            <a:t> a las </a:t>
          </a:r>
          <a:r>
            <a:rPr lang="en-US" sz="1400" dirty="0" err="1"/>
            <a:t>preguntas</a:t>
          </a:r>
          <a:r>
            <a:rPr lang="en-US" sz="1400" dirty="0"/>
            <a:t>:</a:t>
          </a:r>
        </a:p>
        <a:p>
          <a:pPr>
            <a:lnSpc>
              <a:spcPct val="100000"/>
            </a:lnSpc>
          </a:pPr>
          <a:endParaRPr lang="en-US" sz="900" dirty="0"/>
        </a:p>
        <a:p>
          <a:pPr>
            <a:lnSpc>
              <a:spcPct val="100000"/>
            </a:lnSpc>
          </a:pPr>
          <a:r>
            <a:rPr lang="en-US" sz="1400" dirty="0"/>
            <a:t>¿</a:t>
          </a:r>
          <a:r>
            <a:rPr lang="en-US" sz="1400" dirty="0" err="1"/>
            <a:t>Que</a:t>
          </a:r>
          <a:r>
            <a:rPr lang="en-US" sz="1400" dirty="0"/>
            <a:t> </a:t>
          </a:r>
          <a:r>
            <a:rPr lang="en-US" sz="1400" dirty="0" err="1"/>
            <a:t>actividades</a:t>
          </a:r>
          <a:r>
            <a:rPr lang="en-US" sz="1400" dirty="0"/>
            <a:t> </a:t>
          </a:r>
          <a:r>
            <a:rPr lang="en-US" sz="1400" dirty="0" err="1"/>
            <a:t>entrego</a:t>
          </a:r>
          <a:r>
            <a:rPr lang="en-US" sz="1400" dirty="0"/>
            <a:t>? ¿Cuando? ¿</a:t>
          </a:r>
          <a:r>
            <a:rPr lang="en-US" sz="1400" dirty="0" err="1"/>
            <a:t>que</a:t>
          </a:r>
          <a:r>
            <a:rPr lang="en-US" sz="1400" dirty="0"/>
            <a:t> </a:t>
          </a:r>
          <a:r>
            <a:rPr lang="en-US" sz="1400" dirty="0" err="1"/>
            <a:t>calificación</a:t>
          </a:r>
          <a:r>
            <a:rPr lang="en-US" sz="1400" dirty="0"/>
            <a:t> </a:t>
          </a:r>
          <a:r>
            <a:rPr lang="en-US" sz="1400" dirty="0" err="1"/>
            <a:t>obtuvo</a:t>
          </a:r>
          <a:r>
            <a:rPr lang="en-US" sz="1400" dirty="0"/>
            <a:t>? ¿</a:t>
          </a:r>
          <a:r>
            <a:rPr lang="en-US" sz="1400" dirty="0" err="1"/>
            <a:t>tiene</a:t>
          </a:r>
          <a:r>
            <a:rPr lang="en-US" sz="1400" dirty="0"/>
            <a:t> </a:t>
          </a:r>
          <a:r>
            <a:rPr lang="en-US" sz="1400" dirty="0" err="1"/>
            <a:t>actividades</a:t>
          </a:r>
          <a:r>
            <a:rPr lang="en-US" sz="1400" dirty="0"/>
            <a:t> sin </a:t>
          </a:r>
          <a:r>
            <a:rPr lang="en-US" sz="1400" dirty="0" err="1"/>
            <a:t>entregar</a:t>
          </a:r>
          <a:r>
            <a:rPr lang="en-US" sz="1400" dirty="0"/>
            <a:t>? </a:t>
          </a:r>
        </a:p>
      </dgm:t>
    </dgm:pt>
    <dgm:pt modelId="{A239FE88-9051-4D3C-85D8-D17E388723A3}" type="parTrans" cxnId="{9FBF96A1-1DE1-40D7-AE92-2917B088ACFF}">
      <dgm:prSet/>
      <dgm:spPr/>
      <dgm:t>
        <a:bodyPr/>
        <a:lstStyle/>
        <a:p>
          <a:endParaRPr lang="en-US"/>
        </a:p>
      </dgm:t>
    </dgm:pt>
    <dgm:pt modelId="{93C1752F-D329-4CDE-B2BB-E1412DB4A2ED}" type="sibTrans" cxnId="{9FBF96A1-1DE1-40D7-AE92-2917B088ACFF}">
      <dgm:prSet/>
      <dgm:spPr/>
      <dgm:t>
        <a:bodyPr/>
        <a:lstStyle/>
        <a:p>
          <a:endParaRPr lang="en-US"/>
        </a:p>
      </dgm:t>
    </dgm:pt>
    <dgm:pt modelId="{5F268330-F99F-4BBC-A109-372831170167}">
      <dgm:prSet/>
      <dgm:spPr/>
      <dgm:t>
        <a:bodyPr/>
        <a:lstStyle/>
        <a:p>
          <a:pPr>
            <a:lnSpc>
              <a:spcPct val="100000"/>
            </a:lnSpc>
            <a:defRPr b="1"/>
          </a:pPr>
          <a:r>
            <a:rPr lang="en-US" dirty="0"/>
            <a:t>DIMENSIÓN DE COMPORTAMIENTO</a:t>
          </a:r>
        </a:p>
      </dgm:t>
    </dgm:pt>
    <dgm:pt modelId="{B8B3F374-F4DF-48A7-9CA1-553692E0459C}" type="parTrans" cxnId="{3B32B34D-74C2-47F2-95BD-7D9A25A2B55C}">
      <dgm:prSet/>
      <dgm:spPr/>
      <dgm:t>
        <a:bodyPr/>
        <a:lstStyle/>
        <a:p>
          <a:endParaRPr lang="en-US"/>
        </a:p>
      </dgm:t>
    </dgm:pt>
    <dgm:pt modelId="{537486E3-AACA-4CCB-8EB2-BC417772A038}" type="sibTrans" cxnId="{3B32B34D-74C2-47F2-95BD-7D9A25A2B55C}">
      <dgm:prSet/>
      <dgm:spPr/>
      <dgm:t>
        <a:bodyPr/>
        <a:lstStyle/>
        <a:p>
          <a:endParaRPr lang="en-US"/>
        </a:p>
      </dgm:t>
    </dgm:pt>
    <dgm:pt modelId="{E327427A-9ABE-4B3D-9FC1-69E6B6AC0941}">
      <dgm:prSet/>
      <dgm:spPr/>
      <dgm:t>
        <a:bodyPr/>
        <a:lstStyle/>
        <a:p>
          <a:pPr>
            <a:lnSpc>
              <a:spcPct val="100000"/>
            </a:lnSpc>
            <a:buNone/>
          </a:pPr>
          <a:r>
            <a:rPr lang="en-US" dirty="0" err="1"/>
            <a:t>Comportamiento</a:t>
          </a:r>
          <a:r>
            <a:rPr lang="en-US" dirty="0"/>
            <a:t> del </a:t>
          </a:r>
          <a:r>
            <a:rPr lang="en-US" dirty="0" err="1"/>
            <a:t>estudiante</a:t>
          </a:r>
          <a:r>
            <a:rPr lang="en-US" dirty="0"/>
            <a:t>, </a:t>
          </a:r>
          <a:r>
            <a:rPr lang="en-US" dirty="0" err="1"/>
            <a:t>responde</a:t>
          </a:r>
          <a:r>
            <a:rPr lang="en-US" dirty="0"/>
            <a:t> a las </a:t>
          </a:r>
          <a:r>
            <a:rPr lang="en-US" dirty="0" err="1"/>
            <a:t>preguntas</a:t>
          </a:r>
          <a:r>
            <a:rPr lang="en-US" dirty="0"/>
            <a:t>:</a:t>
          </a:r>
        </a:p>
        <a:p>
          <a:pPr>
            <a:lnSpc>
              <a:spcPct val="100000"/>
            </a:lnSpc>
            <a:buFont typeface="Arial" panose="020B0604020202020204" pitchFamily="34" charset="0"/>
            <a:buChar char="•"/>
          </a:pPr>
          <a:r>
            <a:rPr lang="en-US" dirty="0"/>
            <a:t>¿A </a:t>
          </a:r>
          <a:r>
            <a:rPr lang="en-US" dirty="0" err="1"/>
            <a:t>que</a:t>
          </a:r>
          <a:r>
            <a:rPr lang="en-US" dirty="0"/>
            <a:t> </a:t>
          </a:r>
          <a:r>
            <a:rPr lang="en-US" dirty="0" err="1"/>
            <a:t>hace</a:t>
          </a:r>
          <a:r>
            <a:rPr lang="en-US" dirty="0"/>
            <a:t> </a:t>
          </a:r>
          <a:r>
            <a:rPr lang="en-US" dirty="0" err="1"/>
            <a:t>clic</a:t>
          </a:r>
          <a:r>
            <a:rPr lang="en-US" dirty="0"/>
            <a:t> </a:t>
          </a:r>
          <a:r>
            <a:rPr lang="en-US" dirty="0" err="1"/>
            <a:t>el</a:t>
          </a:r>
          <a:r>
            <a:rPr lang="en-US" dirty="0"/>
            <a:t> </a:t>
          </a:r>
          <a:r>
            <a:rPr lang="en-US" dirty="0" err="1"/>
            <a:t>estudiante</a:t>
          </a:r>
          <a:r>
            <a:rPr lang="en-US" dirty="0"/>
            <a:t>?</a:t>
          </a:r>
          <a:br>
            <a:rPr lang="en-US" dirty="0"/>
          </a:br>
          <a:r>
            <a:rPr lang="en-US" dirty="0"/>
            <a:t>¿</a:t>
          </a:r>
          <a:r>
            <a:rPr lang="en-US" dirty="0" err="1"/>
            <a:t>Cuántas</a:t>
          </a:r>
          <a:r>
            <a:rPr lang="en-US" dirty="0"/>
            <a:t> </a:t>
          </a:r>
          <a:r>
            <a:rPr lang="en-US" dirty="0" err="1"/>
            <a:t>veces</a:t>
          </a:r>
          <a:r>
            <a:rPr lang="en-US" dirty="0"/>
            <a:t>? ¿En </a:t>
          </a:r>
          <a:r>
            <a:rPr lang="en-US" dirty="0" err="1"/>
            <a:t>que</a:t>
          </a:r>
          <a:r>
            <a:rPr lang="en-US" dirty="0"/>
            <a:t> </a:t>
          </a:r>
          <a:r>
            <a:rPr lang="en-US" dirty="0" err="1"/>
            <a:t>semana</a:t>
          </a:r>
          <a:r>
            <a:rPr lang="en-US" dirty="0"/>
            <a:t>? </a:t>
          </a:r>
        </a:p>
      </dgm:t>
    </dgm:pt>
    <dgm:pt modelId="{BDF16290-CD1C-4B3F-BE2D-FBBA0E8B5525}" type="parTrans" cxnId="{456A8078-2E33-4DA6-859D-D597AC4F3479}">
      <dgm:prSet/>
      <dgm:spPr/>
      <dgm:t>
        <a:bodyPr/>
        <a:lstStyle/>
        <a:p>
          <a:endParaRPr lang="en-US"/>
        </a:p>
      </dgm:t>
    </dgm:pt>
    <dgm:pt modelId="{925C193A-8B46-4CC5-BF4C-1846AD8BD485}" type="sibTrans" cxnId="{456A8078-2E33-4DA6-859D-D597AC4F3479}">
      <dgm:prSet/>
      <dgm:spPr/>
      <dgm:t>
        <a:bodyPr/>
        <a:lstStyle/>
        <a:p>
          <a:endParaRPr lang="en-US"/>
        </a:p>
      </dgm:t>
    </dgm:pt>
    <dgm:pt modelId="{3A6062C9-FE7D-4711-B371-E8B8D2F07F09}" type="pres">
      <dgm:prSet presAssocID="{D20EA2CF-8675-4B45-92D8-2862B26C5079}" presName="Name0" presStyleCnt="0">
        <dgm:presLayoutVars>
          <dgm:dir/>
          <dgm:resizeHandles val="exact"/>
        </dgm:presLayoutVars>
      </dgm:prSet>
      <dgm:spPr/>
    </dgm:pt>
    <dgm:pt modelId="{B915BB12-7A1D-4FFD-AC09-2969B761EAFE}" type="pres">
      <dgm:prSet presAssocID="{B3AEF2F1-CAE8-4C24-9A0C-F305772E9E19}" presName="compNode" presStyleCnt="0"/>
      <dgm:spPr/>
    </dgm:pt>
    <dgm:pt modelId="{CD0AA5C6-46C1-406A-91A8-003DFA5B89ED}" type="pres">
      <dgm:prSet presAssocID="{B3AEF2F1-CAE8-4C24-9A0C-F305772E9E19}" presName="pictRect" presStyleLbl="revTx" presStyleIdx="0" presStyleCnt="6">
        <dgm:presLayoutVars>
          <dgm:chMax val="0"/>
          <dgm:bulletEnabled/>
        </dgm:presLayoutVars>
      </dgm:prSet>
      <dgm:spPr/>
    </dgm:pt>
    <dgm:pt modelId="{0572F2B0-A83E-4C19-968A-A68E67C08D5B}" type="pres">
      <dgm:prSet presAssocID="{B3AEF2F1-CAE8-4C24-9A0C-F305772E9E19}" presName="textRect" presStyleLbl="revTx" presStyleIdx="1" presStyleCnt="6">
        <dgm:presLayoutVars>
          <dgm:bulletEnabled/>
        </dgm:presLayoutVars>
      </dgm:prSet>
      <dgm:spPr/>
    </dgm:pt>
    <dgm:pt modelId="{B14C3901-58D8-41A0-B7D6-19CE5A36D930}" type="pres">
      <dgm:prSet presAssocID="{BA67193D-BB51-4954-B9D2-0D331602B48D}" presName="sibTrans" presStyleLbl="sibTrans2D1" presStyleIdx="0" presStyleCnt="0"/>
      <dgm:spPr/>
    </dgm:pt>
    <dgm:pt modelId="{C2E082EE-8D62-47E9-9E57-96D3529F2CFE}" type="pres">
      <dgm:prSet presAssocID="{363AA52B-4F31-4610-A6A3-287190AE6AE5}" presName="compNode" presStyleCnt="0"/>
      <dgm:spPr/>
    </dgm:pt>
    <dgm:pt modelId="{E4911E8C-10BF-4AF5-9BA2-1B50DA185650}" type="pres">
      <dgm:prSet presAssocID="{363AA52B-4F31-4610-A6A3-287190AE6AE5}" presName="pictRect" presStyleLbl="revTx" presStyleIdx="2" presStyleCnt="6">
        <dgm:presLayoutVars>
          <dgm:chMax val="0"/>
          <dgm:bulletEnabled/>
        </dgm:presLayoutVars>
      </dgm:prSet>
      <dgm:spPr/>
    </dgm:pt>
    <dgm:pt modelId="{6AE71D0D-0E63-4E65-8463-36D0FA97F10C}" type="pres">
      <dgm:prSet presAssocID="{363AA52B-4F31-4610-A6A3-287190AE6AE5}" presName="textRect" presStyleLbl="revTx" presStyleIdx="3" presStyleCnt="6">
        <dgm:presLayoutVars>
          <dgm:bulletEnabled/>
        </dgm:presLayoutVars>
      </dgm:prSet>
      <dgm:spPr/>
    </dgm:pt>
    <dgm:pt modelId="{18BB212F-AC75-4660-9260-94D9FC8EDF69}" type="pres">
      <dgm:prSet presAssocID="{B4A65063-EA17-47D0-BA8C-002514107E87}" presName="sibTrans" presStyleLbl="sibTrans2D1" presStyleIdx="0" presStyleCnt="0"/>
      <dgm:spPr/>
    </dgm:pt>
    <dgm:pt modelId="{22BA45DC-CF83-4B13-B7AC-4B28AA06E870}" type="pres">
      <dgm:prSet presAssocID="{5F268330-F99F-4BBC-A109-372831170167}" presName="compNode" presStyleCnt="0"/>
      <dgm:spPr/>
    </dgm:pt>
    <dgm:pt modelId="{8CBFB98A-4848-4E78-8362-E005ED1A9BBC}" type="pres">
      <dgm:prSet presAssocID="{5F268330-F99F-4BBC-A109-372831170167}" presName="pictRect" presStyleLbl="revTx" presStyleIdx="4" presStyleCnt="6">
        <dgm:presLayoutVars>
          <dgm:chMax val="0"/>
          <dgm:bulletEnabled/>
        </dgm:presLayoutVars>
      </dgm:prSet>
      <dgm:spPr/>
    </dgm:pt>
    <dgm:pt modelId="{BE8D1F48-FEBA-449E-9B8A-926096C28902}" type="pres">
      <dgm:prSet presAssocID="{5F268330-F99F-4BBC-A109-372831170167}" presName="textRect" presStyleLbl="revTx" presStyleIdx="5" presStyleCnt="6">
        <dgm:presLayoutVars>
          <dgm:bulletEnabled/>
        </dgm:presLayoutVars>
      </dgm:prSet>
      <dgm:spPr/>
    </dgm:pt>
  </dgm:ptLst>
  <dgm:cxnLst>
    <dgm:cxn modelId="{C3EDBF00-1388-4D29-BBDC-B49007586F92}" type="presOf" srcId="{E0CC3486-A0DB-4535-887E-092989D4D4B6}" destId="{6AE71D0D-0E63-4E65-8463-36D0FA97F10C}" srcOrd="0" destOrd="0" presId="urn:microsoft.com/office/officeart/2024/3/layout/hArchList1"/>
    <dgm:cxn modelId="{6C882A1F-D16E-435C-A371-C8F60F768A3F}" type="presOf" srcId="{363AA52B-4F31-4610-A6A3-287190AE6AE5}" destId="{E4911E8C-10BF-4AF5-9BA2-1B50DA185650}" srcOrd="0" destOrd="0" presId="urn:microsoft.com/office/officeart/2024/3/layout/hArchList1"/>
    <dgm:cxn modelId="{67FA8420-C945-434D-A124-F52CDBE9954B}" srcId="{D20EA2CF-8675-4B45-92D8-2862B26C5079}" destId="{B3AEF2F1-CAE8-4C24-9A0C-F305772E9E19}" srcOrd="0" destOrd="0" parTransId="{C8F818BD-760C-4C75-A83D-F1DED5C9992A}" sibTransId="{BA67193D-BB51-4954-B9D2-0D331602B48D}"/>
    <dgm:cxn modelId="{6ECFCD47-2D53-4EEC-AE32-4F9621D8B701}" type="presOf" srcId="{53F3420D-1AA4-4CBE-A6E1-3E5DE14CC31E}" destId="{0572F2B0-A83E-4C19-968A-A68E67C08D5B}" srcOrd="0" destOrd="0" presId="urn:microsoft.com/office/officeart/2024/3/layout/hArchList1"/>
    <dgm:cxn modelId="{9700DB67-AF69-4391-A8BC-35E854232AE2}" srcId="{D20EA2CF-8675-4B45-92D8-2862B26C5079}" destId="{363AA52B-4F31-4610-A6A3-287190AE6AE5}" srcOrd="1" destOrd="0" parTransId="{E3A154B7-7E8F-4E16-AB98-600A9A9D2E3C}" sibTransId="{B4A65063-EA17-47D0-BA8C-002514107E87}"/>
    <dgm:cxn modelId="{7697FF48-7257-4CAB-94FD-DDCBCD4F77BC}" type="presOf" srcId="{5F268330-F99F-4BBC-A109-372831170167}" destId="{8CBFB98A-4848-4E78-8362-E005ED1A9BBC}" srcOrd="0" destOrd="0" presId="urn:microsoft.com/office/officeart/2024/3/layout/hArchList1"/>
    <dgm:cxn modelId="{3B32B34D-74C2-47F2-95BD-7D9A25A2B55C}" srcId="{D20EA2CF-8675-4B45-92D8-2862B26C5079}" destId="{5F268330-F99F-4BBC-A109-372831170167}" srcOrd="2" destOrd="0" parTransId="{B8B3F374-F4DF-48A7-9CA1-553692E0459C}" sibTransId="{537486E3-AACA-4CCB-8EB2-BC417772A038}"/>
    <dgm:cxn modelId="{456A8078-2E33-4DA6-859D-D597AC4F3479}" srcId="{5F268330-F99F-4BBC-A109-372831170167}" destId="{E327427A-9ABE-4B3D-9FC1-69E6B6AC0941}" srcOrd="0" destOrd="0" parTransId="{BDF16290-CD1C-4B3F-BE2D-FBBA0E8B5525}" sibTransId="{925C193A-8B46-4CC5-BF4C-1846AD8BD485}"/>
    <dgm:cxn modelId="{8BBD4890-F942-437D-87D2-3BD37D07E24D}" type="presOf" srcId="{D20EA2CF-8675-4B45-92D8-2862B26C5079}" destId="{3A6062C9-FE7D-4711-B371-E8B8D2F07F09}" srcOrd="0" destOrd="0" presId="urn:microsoft.com/office/officeart/2024/3/layout/hArchList1"/>
    <dgm:cxn modelId="{A1C7DE96-2E00-43A7-A5D8-CF820281583D}" type="presOf" srcId="{B4A65063-EA17-47D0-BA8C-002514107E87}" destId="{18BB212F-AC75-4660-9260-94D9FC8EDF69}" srcOrd="0" destOrd="0" presId="urn:microsoft.com/office/officeart/2024/3/layout/hArchList1"/>
    <dgm:cxn modelId="{06146897-DF70-4C41-AD53-E09E61286294}" type="presOf" srcId="{BA67193D-BB51-4954-B9D2-0D331602B48D}" destId="{B14C3901-58D8-41A0-B7D6-19CE5A36D930}" srcOrd="0" destOrd="0" presId="urn:microsoft.com/office/officeart/2024/3/layout/hArchList1"/>
    <dgm:cxn modelId="{A08CB99E-3F6D-4BB1-9DC7-053C47E0503C}" srcId="{B3AEF2F1-CAE8-4C24-9A0C-F305772E9E19}" destId="{53F3420D-1AA4-4CBE-A6E1-3E5DE14CC31E}" srcOrd="0" destOrd="0" parTransId="{A08562C9-C794-4875-8AC5-358B51E3B6C3}" sibTransId="{050BF479-A151-495A-AEA6-196F5D1B4489}"/>
    <dgm:cxn modelId="{9FBF96A1-1DE1-40D7-AE92-2917B088ACFF}" srcId="{363AA52B-4F31-4610-A6A3-287190AE6AE5}" destId="{E0CC3486-A0DB-4535-887E-092989D4D4B6}" srcOrd="0" destOrd="0" parTransId="{A239FE88-9051-4D3C-85D8-D17E388723A3}" sibTransId="{93C1752F-D329-4CDE-B2BB-E1412DB4A2ED}"/>
    <dgm:cxn modelId="{4A6051A5-B337-41C2-BFD0-B53E6D962D85}" type="presOf" srcId="{E327427A-9ABE-4B3D-9FC1-69E6B6AC0941}" destId="{BE8D1F48-FEBA-449E-9B8A-926096C28902}" srcOrd="0" destOrd="0" presId="urn:microsoft.com/office/officeart/2024/3/layout/hArchList1"/>
    <dgm:cxn modelId="{82C121E5-4B00-4293-BEC7-171788C86AC6}" type="presOf" srcId="{B3AEF2F1-CAE8-4C24-9A0C-F305772E9E19}" destId="{CD0AA5C6-46C1-406A-91A8-003DFA5B89ED}" srcOrd="0" destOrd="0" presId="urn:microsoft.com/office/officeart/2024/3/layout/hArchList1"/>
    <dgm:cxn modelId="{3CDB3C2E-5241-4BB4-8A26-1F246B838988}" type="presParOf" srcId="{3A6062C9-FE7D-4711-B371-E8B8D2F07F09}" destId="{B915BB12-7A1D-4FFD-AC09-2969B761EAFE}" srcOrd="0" destOrd="0" presId="urn:microsoft.com/office/officeart/2024/3/layout/hArchList1"/>
    <dgm:cxn modelId="{DC4F1704-B95A-45DF-B1DF-DA92F935AF8B}" type="presParOf" srcId="{B915BB12-7A1D-4FFD-AC09-2969B761EAFE}" destId="{CD0AA5C6-46C1-406A-91A8-003DFA5B89ED}" srcOrd="0" destOrd="0" presId="urn:microsoft.com/office/officeart/2024/3/layout/hArchList1"/>
    <dgm:cxn modelId="{7E04C185-000D-4C1C-B550-EB31A2EF4C15}" type="presParOf" srcId="{B915BB12-7A1D-4FFD-AC09-2969B761EAFE}" destId="{0572F2B0-A83E-4C19-968A-A68E67C08D5B}" srcOrd="1" destOrd="0" presId="urn:microsoft.com/office/officeart/2024/3/layout/hArchList1"/>
    <dgm:cxn modelId="{E5BE779B-E977-4E8B-83F3-C5672E6DD33D}" type="presParOf" srcId="{3A6062C9-FE7D-4711-B371-E8B8D2F07F09}" destId="{B14C3901-58D8-41A0-B7D6-19CE5A36D930}" srcOrd="1" destOrd="0" presId="urn:microsoft.com/office/officeart/2024/3/layout/hArchList1"/>
    <dgm:cxn modelId="{7AA5CB78-50DA-4926-BFB3-582F4557EEF3}" type="presParOf" srcId="{3A6062C9-FE7D-4711-B371-E8B8D2F07F09}" destId="{C2E082EE-8D62-47E9-9E57-96D3529F2CFE}" srcOrd="2" destOrd="0" presId="urn:microsoft.com/office/officeart/2024/3/layout/hArchList1"/>
    <dgm:cxn modelId="{50D86B4D-13A3-4B5A-8BCA-93070E331D0C}" type="presParOf" srcId="{C2E082EE-8D62-47E9-9E57-96D3529F2CFE}" destId="{E4911E8C-10BF-4AF5-9BA2-1B50DA185650}" srcOrd="0" destOrd="0" presId="urn:microsoft.com/office/officeart/2024/3/layout/hArchList1"/>
    <dgm:cxn modelId="{DB1FE2FE-D0B9-4E3C-A905-74521AFFCE2B}" type="presParOf" srcId="{C2E082EE-8D62-47E9-9E57-96D3529F2CFE}" destId="{6AE71D0D-0E63-4E65-8463-36D0FA97F10C}" srcOrd="1" destOrd="0" presId="urn:microsoft.com/office/officeart/2024/3/layout/hArchList1"/>
    <dgm:cxn modelId="{82633399-50E6-4C12-965D-A080D03C0AB2}" type="presParOf" srcId="{3A6062C9-FE7D-4711-B371-E8B8D2F07F09}" destId="{18BB212F-AC75-4660-9260-94D9FC8EDF69}" srcOrd="3" destOrd="0" presId="urn:microsoft.com/office/officeart/2024/3/layout/hArchList1"/>
    <dgm:cxn modelId="{5F1F3451-4079-4D51-A0B4-C6FE277C20D3}" type="presParOf" srcId="{3A6062C9-FE7D-4711-B371-E8B8D2F07F09}" destId="{22BA45DC-CF83-4B13-B7AC-4B28AA06E870}" srcOrd="4" destOrd="0" presId="urn:microsoft.com/office/officeart/2024/3/layout/hArchList1"/>
    <dgm:cxn modelId="{39DE7FD8-429D-4C80-873A-786EA4FD301A}" type="presParOf" srcId="{22BA45DC-CF83-4B13-B7AC-4B28AA06E870}" destId="{8CBFB98A-4848-4E78-8362-E005ED1A9BBC}" srcOrd="0" destOrd="0" presId="urn:microsoft.com/office/officeart/2024/3/layout/hArchList1"/>
    <dgm:cxn modelId="{A629BB40-1013-46F1-8A1D-99EA19B8A767}" type="presParOf" srcId="{22BA45DC-CF83-4B13-B7AC-4B28AA06E870}" destId="{BE8D1F48-FEBA-449E-9B8A-926096C28902}"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0AA5C6-46C1-406A-91A8-003DFA5B89ED}">
      <dsp:nvSpPr>
        <dsp:cNvPr id="0" name=""/>
        <dsp:cNvSpPr/>
      </dsp:nvSpPr>
      <dsp:spPr>
        <a:xfrm>
          <a:off x="0" y="0"/>
          <a:ext cx="3395600" cy="603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DIMENSIÓN DEL ESTUDIANTE</a:t>
          </a:r>
        </a:p>
      </dsp:txBody>
      <dsp:txXfrm>
        <a:off x="0" y="0"/>
        <a:ext cx="3395600" cy="603748"/>
      </dsp:txXfrm>
    </dsp:sp>
    <dsp:sp modelId="{0572F2B0-A83E-4C19-968A-A68E67C08D5B}">
      <dsp:nvSpPr>
        <dsp:cNvPr id="0" name=""/>
        <dsp:cNvSpPr/>
      </dsp:nvSpPr>
      <dsp:spPr>
        <a:xfrm>
          <a:off x="0" y="603748"/>
          <a:ext cx="3395600" cy="1738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a:t>Datos </a:t>
          </a:r>
          <a:r>
            <a:rPr lang="en-US" sz="1400" kern="1200" dirty="0" err="1"/>
            <a:t>sociodemograficos</a:t>
          </a:r>
          <a:r>
            <a:rPr lang="en-US" sz="1400" kern="1200" dirty="0"/>
            <a:t> del </a:t>
          </a:r>
          <a:r>
            <a:rPr lang="en-US" sz="1400" kern="1200" dirty="0" err="1"/>
            <a:t>estudiante</a:t>
          </a:r>
          <a:r>
            <a:rPr lang="en-US" sz="1400" kern="1200" dirty="0"/>
            <a:t>, </a:t>
          </a:r>
          <a:r>
            <a:rPr lang="en-US" sz="1400" kern="1200" dirty="0" err="1"/>
            <a:t>nivel</a:t>
          </a:r>
          <a:r>
            <a:rPr lang="en-US" sz="1400" kern="1200" dirty="0"/>
            <a:t> </a:t>
          </a:r>
          <a:r>
            <a:rPr lang="en-US" sz="1400" kern="1200" dirty="0" err="1"/>
            <a:t>educativo</a:t>
          </a:r>
          <a:r>
            <a:rPr lang="en-US" sz="1400" kern="1200" dirty="0"/>
            <a:t>, </a:t>
          </a:r>
          <a:r>
            <a:rPr lang="en-US" sz="1400" kern="1200" dirty="0" err="1"/>
            <a:t>nivel</a:t>
          </a:r>
          <a:r>
            <a:rPr lang="en-US" sz="1400" kern="1200" dirty="0"/>
            <a:t> de </a:t>
          </a:r>
          <a:r>
            <a:rPr lang="en-US" sz="1400" kern="1200" dirty="0" err="1"/>
            <a:t>riqueza</a:t>
          </a:r>
          <a:r>
            <a:rPr lang="en-US" sz="1400" kern="1200" dirty="0"/>
            <a:t>, </a:t>
          </a:r>
          <a:r>
            <a:rPr lang="en-US" sz="1400" kern="1200" dirty="0" err="1"/>
            <a:t>fecha</a:t>
          </a:r>
          <a:r>
            <a:rPr lang="en-US" sz="1400" kern="1200" dirty="0"/>
            <a:t> de </a:t>
          </a:r>
          <a:r>
            <a:rPr lang="en-US" sz="1400" kern="1200" dirty="0" err="1"/>
            <a:t>registro</a:t>
          </a:r>
          <a:r>
            <a:rPr lang="en-US" sz="1400" kern="1200" dirty="0"/>
            <a:t>, </a:t>
          </a:r>
          <a:r>
            <a:rPr lang="en-US" sz="1400" kern="1200" dirty="0" err="1"/>
            <a:t>género</a:t>
          </a:r>
          <a:r>
            <a:rPr lang="en-US" sz="1400" kern="1200" dirty="0"/>
            <a:t>. </a:t>
          </a:r>
        </a:p>
      </dsp:txBody>
      <dsp:txXfrm>
        <a:off x="0" y="603748"/>
        <a:ext cx="3395600" cy="1738764"/>
      </dsp:txXfrm>
    </dsp:sp>
    <dsp:sp modelId="{E4911E8C-10BF-4AF5-9BA2-1B50DA185650}">
      <dsp:nvSpPr>
        <dsp:cNvPr id="0" name=""/>
        <dsp:cNvSpPr/>
      </dsp:nvSpPr>
      <dsp:spPr>
        <a:xfrm>
          <a:off x="3735160" y="0"/>
          <a:ext cx="3395600" cy="603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DIMENSIÓN DE ACTIVIDADES</a:t>
          </a:r>
        </a:p>
      </dsp:txBody>
      <dsp:txXfrm>
        <a:off x="3735160" y="0"/>
        <a:ext cx="3395600" cy="603748"/>
      </dsp:txXfrm>
    </dsp:sp>
    <dsp:sp modelId="{6AE71D0D-0E63-4E65-8463-36D0FA97F10C}">
      <dsp:nvSpPr>
        <dsp:cNvPr id="0" name=""/>
        <dsp:cNvSpPr/>
      </dsp:nvSpPr>
      <dsp:spPr>
        <a:xfrm>
          <a:off x="3735160" y="603748"/>
          <a:ext cx="3395600" cy="1738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err="1"/>
            <a:t>Entregas</a:t>
          </a:r>
          <a:r>
            <a:rPr lang="en-US" sz="1400" kern="1200" dirty="0"/>
            <a:t> de </a:t>
          </a:r>
          <a:r>
            <a:rPr lang="en-US" sz="1400" kern="1200" dirty="0" err="1"/>
            <a:t>actividades</a:t>
          </a:r>
          <a:r>
            <a:rPr lang="en-US" sz="1400" kern="1200" dirty="0"/>
            <a:t> y </a:t>
          </a:r>
          <a:r>
            <a:rPr lang="en-US" sz="1400" kern="1200" dirty="0" err="1"/>
            <a:t>evaluaciones</a:t>
          </a:r>
          <a:r>
            <a:rPr lang="en-US" sz="1400" kern="1200" dirty="0"/>
            <a:t> de </a:t>
          </a:r>
          <a:r>
            <a:rPr lang="en-US" sz="1400" kern="1200" dirty="0" err="1"/>
            <a:t>estas</a:t>
          </a:r>
          <a:r>
            <a:rPr lang="en-US" sz="1400" kern="1200" dirty="0"/>
            <a:t> </a:t>
          </a:r>
          <a:r>
            <a:rPr lang="en-US" sz="1400" kern="1200" dirty="0" err="1"/>
            <a:t>mismas</a:t>
          </a:r>
          <a:r>
            <a:rPr lang="en-US" sz="1400" kern="1200" dirty="0"/>
            <a:t>. </a:t>
          </a:r>
          <a:r>
            <a:rPr lang="en-US" sz="1400" kern="1200" dirty="0" err="1"/>
            <a:t>Responde</a:t>
          </a:r>
          <a:r>
            <a:rPr lang="en-US" sz="1400" kern="1200" dirty="0"/>
            <a:t> a las </a:t>
          </a:r>
          <a:r>
            <a:rPr lang="en-US" sz="1400" kern="1200" dirty="0" err="1"/>
            <a:t>preguntas</a:t>
          </a:r>
          <a:r>
            <a:rPr lang="en-US" sz="1400" kern="1200" dirty="0"/>
            <a:t>:</a:t>
          </a:r>
        </a:p>
        <a:p>
          <a:pPr marL="0" lvl="0" indent="0" algn="l" defTabSz="622300">
            <a:lnSpc>
              <a:spcPct val="100000"/>
            </a:lnSpc>
            <a:spcBef>
              <a:spcPct val="0"/>
            </a:spcBef>
            <a:spcAft>
              <a:spcPct val="35000"/>
            </a:spcAft>
            <a:buNone/>
          </a:pPr>
          <a:endParaRPr lang="en-US" sz="900" kern="1200" dirty="0"/>
        </a:p>
        <a:p>
          <a:pPr marL="0" lvl="0" indent="0" algn="l" defTabSz="622300">
            <a:lnSpc>
              <a:spcPct val="100000"/>
            </a:lnSpc>
            <a:spcBef>
              <a:spcPct val="0"/>
            </a:spcBef>
            <a:spcAft>
              <a:spcPct val="35000"/>
            </a:spcAft>
            <a:buNone/>
          </a:pPr>
          <a:r>
            <a:rPr lang="en-US" sz="1400" kern="1200" dirty="0"/>
            <a:t>¿</a:t>
          </a:r>
          <a:r>
            <a:rPr lang="en-US" sz="1400" kern="1200" dirty="0" err="1"/>
            <a:t>Que</a:t>
          </a:r>
          <a:r>
            <a:rPr lang="en-US" sz="1400" kern="1200" dirty="0"/>
            <a:t> </a:t>
          </a:r>
          <a:r>
            <a:rPr lang="en-US" sz="1400" kern="1200" dirty="0" err="1"/>
            <a:t>actividades</a:t>
          </a:r>
          <a:r>
            <a:rPr lang="en-US" sz="1400" kern="1200" dirty="0"/>
            <a:t> </a:t>
          </a:r>
          <a:r>
            <a:rPr lang="en-US" sz="1400" kern="1200" dirty="0" err="1"/>
            <a:t>entrego</a:t>
          </a:r>
          <a:r>
            <a:rPr lang="en-US" sz="1400" kern="1200" dirty="0"/>
            <a:t>? ¿Cuando? ¿</a:t>
          </a:r>
          <a:r>
            <a:rPr lang="en-US" sz="1400" kern="1200" dirty="0" err="1"/>
            <a:t>que</a:t>
          </a:r>
          <a:r>
            <a:rPr lang="en-US" sz="1400" kern="1200" dirty="0"/>
            <a:t> </a:t>
          </a:r>
          <a:r>
            <a:rPr lang="en-US" sz="1400" kern="1200" dirty="0" err="1"/>
            <a:t>calificación</a:t>
          </a:r>
          <a:r>
            <a:rPr lang="en-US" sz="1400" kern="1200" dirty="0"/>
            <a:t> </a:t>
          </a:r>
          <a:r>
            <a:rPr lang="en-US" sz="1400" kern="1200" dirty="0" err="1"/>
            <a:t>obtuvo</a:t>
          </a:r>
          <a:r>
            <a:rPr lang="en-US" sz="1400" kern="1200" dirty="0"/>
            <a:t>? ¿</a:t>
          </a:r>
          <a:r>
            <a:rPr lang="en-US" sz="1400" kern="1200" dirty="0" err="1"/>
            <a:t>tiene</a:t>
          </a:r>
          <a:r>
            <a:rPr lang="en-US" sz="1400" kern="1200" dirty="0"/>
            <a:t> </a:t>
          </a:r>
          <a:r>
            <a:rPr lang="en-US" sz="1400" kern="1200" dirty="0" err="1"/>
            <a:t>actividades</a:t>
          </a:r>
          <a:r>
            <a:rPr lang="en-US" sz="1400" kern="1200" dirty="0"/>
            <a:t> sin </a:t>
          </a:r>
          <a:r>
            <a:rPr lang="en-US" sz="1400" kern="1200" dirty="0" err="1"/>
            <a:t>entregar</a:t>
          </a:r>
          <a:r>
            <a:rPr lang="en-US" sz="1400" kern="1200" dirty="0"/>
            <a:t>? </a:t>
          </a:r>
        </a:p>
      </dsp:txBody>
      <dsp:txXfrm>
        <a:off x="3735160" y="603748"/>
        <a:ext cx="3395600" cy="1738764"/>
      </dsp:txXfrm>
    </dsp:sp>
    <dsp:sp modelId="{8CBFB98A-4848-4E78-8362-E005ED1A9BBC}">
      <dsp:nvSpPr>
        <dsp:cNvPr id="0" name=""/>
        <dsp:cNvSpPr/>
      </dsp:nvSpPr>
      <dsp:spPr>
        <a:xfrm>
          <a:off x="7470321" y="0"/>
          <a:ext cx="3395600" cy="603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DIMENSIÓN DE COMPORTAMIENTO</a:t>
          </a:r>
        </a:p>
      </dsp:txBody>
      <dsp:txXfrm>
        <a:off x="7470321" y="0"/>
        <a:ext cx="3395600" cy="603748"/>
      </dsp:txXfrm>
    </dsp:sp>
    <dsp:sp modelId="{BE8D1F48-FEBA-449E-9B8A-926096C28902}">
      <dsp:nvSpPr>
        <dsp:cNvPr id="0" name=""/>
        <dsp:cNvSpPr/>
      </dsp:nvSpPr>
      <dsp:spPr>
        <a:xfrm>
          <a:off x="7470321" y="603748"/>
          <a:ext cx="3395600" cy="1738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err="1"/>
            <a:t>Comportamiento</a:t>
          </a:r>
          <a:r>
            <a:rPr lang="en-US" sz="1400" kern="1200" dirty="0"/>
            <a:t> del </a:t>
          </a:r>
          <a:r>
            <a:rPr lang="en-US" sz="1400" kern="1200" dirty="0" err="1"/>
            <a:t>estudiante</a:t>
          </a:r>
          <a:r>
            <a:rPr lang="en-US" sz="1400" kern="1200" dirty="0"/>
            <a:t>, </a:t>
          </a:r>
          <a:r>
            <a:rPr lang="en-US" sz="1400" kern="1200" dirty="0" err="1"/>
            <a:t>responde</a:t>
          </a:r>
          <a:r>
            <a:rPr lang="en-US" sz="1400" kern="1200" dirty="0"/>
            <a:t> a las </a:t>
          </a:r>
          <a:r>
            <a:rPr lang="en-US" sz="1400" kern="1200" dirty="0" err="1"/>
            <a:t>preguntas</a:t>
          </a:r>
          <a:r>
            <a:rPr lang="en-US" sz="1400" kern="1200" dirty="0"/>
            <a:t>:</a:t>
          </a:r>
        </a:p>
        <a:p>
          <a:pPr marL="0" lvl="0" indent="0" algn="l" defTabSz="622300">
            <a:lnSpc>
              <a:spcPct val="100000"/>
            </a:lnSpc>
            <a:spcBef>
              <a:spcPct val="0"/>
            </a:spcBef>
            <a:spcAft>
              <a:spcPct val="35000"/>
            </a:spcAft>
            <a:buFont typeface="Arial" panose="020B0604020202020204" pitchFamily="34" charset="0"/>
            <a:buNone/>
          </a:pPr>
          <a:r>
            <a:rPr lang="en-US" sz="1400" kern="1200" dirty="0"/>
            <a:t>¿A </a:t>
          </a:r>
          <a:r>
            <a:rPr lang="en-US" sz="1400" kern="1200" dirty="0" err="1"/>
            <a:t>que</a:t>
          </a:r>
          <a:r>
            <a:rPr lang="en-US" sz="1400" kern="1200" dirty="0"/>
            <a:t> </a:t>
          </a:r>
          <a:r>
            <a:rPr lang="en-US" sz="1400" kern="1200" dirty="0" err="1"/>
            <a:t>hace</a:t>
          </a:r>
          <a:r>
            <a:rPr lang="en-US" sz="1400" kern="1200" dirty="0"/>
            <a:t> </a:t>
          </a:r>
          <a:r>
            <a:rPr lang="en-US" sz="1400" kern="1200" dirty="0" err="1"/>
            <a:t>clic</a:t>
          </a:r>
          <a:r>
            <a:rPr lang="en-US" sz="1400" kern="1200" dirty="0"/>
            <a:t> </a:t>
          </a:r>
          <a:r>
            <a:rPr lang="en-US" sz="1400" kern="1200" dirty="0" err="1"/>
            <a:t>el</a:t>
          </a:r>
          <a:r>
            <a:rPr lang="en-US" sz="1400" kern="1200" dirty="0"/>
            <a:t> </a:t>
          </a:r>
          <a:r>
            <a:rPr lang="en-US" sz="1400" kern="1200" dirty="0" err="1"/>
            <a:t>estudiante</a:t>
          </a:r>
          <a:r>
            <a:rPr lang="en-US" sz="1400" kern="1200" dirty="0"/>
            <a:t>?</a:t>
          </a:r>
          <a:br>
            <a:rPr lang="en-US" sz="1400" kern="1200" dirty="0"/>
          </a:br>
          <a:r>
            <a:rPr lang="en-US" sz="1400" kern="1200" dirty="0"/>
            <a:t>¿</a:t>
          </a:r>
          <a:r>
            <a:rPr lang="en-US" sz="1400" kern="1200" dirty="0" err="1"/>
            <a:t>Cuántas</a:t>
          </a:r>
          <a:r>
            <a:rPr lang="en-US" sz="1400" kern="1200" dirty="0"/>
            <a:t> </a:t>
          </a:r>
          <a:r>
            <a:rPr lang="en-US" sz="1400" kern="1200" dirty="0" err="1"/>
            <a:t>veces</a:t>
          </a:r>
          <a:r>
            <a:rPr lang="en-US" sz="1400" kern="1200" dirty="0"/>
            <a:t>? ¿En </a:t>
          </a:r>
          <a:r>
            <a:rPr lang="en-US" sz="1400" kern="1200" dirty="0" err="1"/>
            <a:t>que</a:t>
          </a:r>
          <a:r>
            <a:rPr lang="en-US" sz="1400" kern="1200" dirty="0"/>
            <a:t> </a:t>
          </a:r>
          <a:r>
            <a:rPr lang="en-US" sz="1400" kern="1200" dirty="0" err="1"/>
            <a:t>semana</a:t>
          </a:r>
          <a:r>
            <a:rPr lang="en-US" sz="1400" kern="1200" dirty="0"/>
            <a:t>? </a:t>
          </a:r>
        </a:p>
      </dsp:txBody>
      <dsp:txXfrm>
        <a:off x="7470321" y="603748"/>
        <a:ext cx="3395600" cy="1738764"/>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038533-F3F5-4769-8021-E2B57AA15E6F}" type="datetimeFigureOut">
              <a:rPr lang="es-ES" smtClean="0"/>
              <a:t>08/04/2026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E7330C-2A21-4197-BA01-D340F40852A5}" type="slidenum">
              <a:rPr lang="es-ES" smtClean="0"/>
              <a:t>‹Nº›</a:t>
            </a:fld>
            <a:endParaRPr lang="es-ES"/>
          </a:p>
        </p:txBody>
      </p:sp>
    </p:spTree>
    <p:extLst>
      <p:ext uri="{BB962C8B-B14F-4D97-AF65-F5344CB8AC3E}">
        <p14:creationId xmlns:p14="http://schemas.microsoft.com/office/powerpoint/2010/main" val="4195295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El contenido generado por IA puede ser incorrecto.
---
</a:t>
            </a:r>
          </a:p>
        </p:txBody>
      </p:sp>
      <p:sp>
        <p:nvSpPr>
          <p:cNvPr id="4" name="Marcador de número de diapositiva 3"/>
          <p:cNvSpPr>
            <a:spLocks noGrp="1"/>
          </p:cNvSpPr>
          <p:nvPr>
            <p:ph type="sldNum" sz="quarter" idx="5"/>
          </p:nvPr>
        </p:nvSpPr>
        <p:spPr/>
        <p:txBody>
          <a:bodyPr/>
          <a:lstStyle/>
          <a:p>
            <a:fld id="{49106BCD-345D-4A25-839A-DBCF2F844C18}" type="slidenum">
              <a:rPr lang="es-ES" smtClean="0"/>
              <a:t>1</a:t>
            </a:fld>
            <a:endParaRPr lang="es-ES"/>
          </a:p>
        </p:txBody>
      </p:sp>
    </p:spTree>
    <p:extLst>
      <p:ext uri="{BB962C8B-B14F-4D97-AF65-F5344CB8AC3E}">
        <p14:creationId xmlns:p14="http://schemas.microsoft.com/office/powerpoint/2010/main" val="3650143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
---
Alexander Graham Bell es reconocido como el inventor principal del teléfono, patentando su diseño en 1876. Sin embargo, otros pioneros como Elisha Gray y Antonio Meucci hicieron contribuciones significativas al desarrollo de tecnologías telefónicas. Meucci desarrolló prototipos de dispositivos para comunicación por voz décadas antes, sin obtener las patentes necesarias, mientras Gray presentó una patente similar casi simultáneamente con Bell, lo que generó controversias legales. Este equipo de inventores exploró la conversión de señales acústicas a señales eléctricas, un avance fundamental en la historia telefónica.
Origen de la imagen: generada por IA
</a:t>
            </a:r>
          </a:p>
        </p:txBody>
      </p:sp>
      <p:sp>
        <p:nvSpPr>
          <p:cNvPr id="4" name="Marcador de número de diapositiva 3"/>
          <p:cNvSpPr>
            <a:spLocks noGrp="1"/>
          </p:cNvSpPr>
          <p:nvPr>
            <p:ph type="sldNum" sz="quarter" idx="5"/>
          </p:nvPr>
        </p:nvSpPr>
        <p:spPr/>
        <p:txBody>
          <a:bodyPr/>
          <a:lstStyle/>
          <a:p>
            <a:fld id="{49106BCD-345D-4A25-839A-DBCF2F844C18}" type="slidenum">
              <a:rPr lang="es-ES" smtClean="0"/>
              <a:t>3</a:t>
            </a:fld>
            <a:endParaRPr lang="es-ES"/>
          </a:p>
        </p:txBody>
      </p:sp>
    </p:spTree>
    <p:extLst>
      <p:ext uri="{BB962C8B-B14F-4D97-AF65-F5344CB8AC3E}">
        <p14:creationId xmlns:p14="http://schemas.microsoft.com/office/powerpoint/2010/main" val="6773778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
---
Antes de la invención del teléfono, la comunicación a larga distancia dependía principalmente del telégrafo, desarrollado en la primera mitad del siglo XIX. Este sistema utilizaba códigos eléctricos para transmitir mensajes codificados mediante pulsos de corriente, permitiendo comunicaciones eficientes pero limitadas a mensajes muy breves y especializados. Además, la comunicación verbal a distancia era prácticamente inexistente, lo cual impactaba negativamente en la rapidez y naturaleza de las interacciones comerciales, personales y gubernamentales. Este contexto generó la necesidad de tecnologías que pudieran transmitir voz humana a distancia con mayor naturalidad y eficiencia.
Origen de la imagen: generada por IA
</a:t>
            </a:r>
          </a:p>
        </p:txBody>
      </p:sp>
      <p:sp>
        <p:nvSpPr>
          <p:cNvPr id="4" name="Marcador de número de diapositiva 3"/>
          <p:cNvSpPr>
            <a:spLocks noGrp="1"/>
          </p:cNvSpPr>
          <p:nvPr>
            <p:ph type="sldNum" sz="quarter" idx="5"/>
          </p:nvPr>
        </p:nvSpPr>
        <p:spPr/>
        <p:txBody>
          <a:bodyPr/>
          <a:lstStyle/>
          <a:p>
            <a:fld id="{49106BCD-345D-4A25-839A-DBCF2F844C18}" type="slidenum">
              <a:rPr lang="es-ES" smtClean="0"/>
              <a:t>4</a:t>
            </a:fld>
            <a:endParaRPr lang="es-ES"/>
          </a:p>
        </p:txBody>
      </p:sp>
    </p:spTree>
    <p:extLst>
      <p:ext uri="{BB962C8B-B14F-4D97-AF65-F5344CB8AC3E}">
        <p14:creationId xmlns:p14="http://schemas.microsoft.com/office/powerpoint/2010/main" val="8211524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presentación ha explorado cómo la invención del teléfono revolucionó la comunicación y sentó las bases para avances tecnológicos posteriores. Del mismo modo, la aplicación de la inteligencia artificial en plataformas educativas promete detectar riesgos académicos tempranamente y facilitar acciones pedagógicas efectivas, contribuyendo a un aprendizaje más personalizado y eficiente.</a:t>
            </a:r>
          </a:p>
        </p:txBody>
      </p:sp>
      <p:sp>
        <p:nvSpPr>
          <p:cNvPr id="4" name="Marcador de número de diapositiva 3"/>
          <p:cNvSpPr>
            <a:spLocks noGrp="1"/>
          </p:cNvSpPr>
          <p:nvPr>
            <p:ph type="sldNum" sz="quarter" idx="5"/>
          </p:nvPr>
        </p:nvSpPr>
        <p:spPr/>
        <p:txBody>
          <a:bodyPr/>
          <a:lstStyle/>
          <a:p>
            <a:fld id="{49106BCD-345D-4A25-839A-DBCF2F844C18}" type="slidenum">
              <a:rPr lang="es-ES" smtClean="0"/>
              <a:t>5</a:t>
            </a:fld>
            <a:endParaRPr lang="es-ES"/>
          </a:p>
        </p:txBody>
      </p:sp>
    </p:spTree>
    <p:extLst>
      <p:ext uri="{BB962C8B-B14F-4D97-AF65-F5344CB8AC3E}">
        <p14:creationId xmlns:p14="http://schemas.microsoft.com/office/powerpoint/2010/main" val="3124670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87934-CCA6-9F14-E0F7-B13930C3553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5CE72A1-A4E0-CDA1-8A2A-93E7D65E01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876D04C-8A46-326B-A1E0-6FD27E824CA7}"/>
              </a:ext>
            </a:extLst>
          </p:cNvPr>
          <p:cNvSpPr>
            <a:spLocks noGrp="1"/>
          </p:cNvSpPr>
          <p:nvPr>
            <p:ph type="body" idx="1"/>
          </p:nvPr>
        </p:nvSpPr>
        <p:spPr/>
        <p:txBody>
          <a:bodyPr/>
          <a:lstStyle/>
          <a:p>
            <a:r>
              <a:rPr lang="es-ES"/>
              <a:t>Esta presentación ha explorado cómo la invención del teléfono revolucionó la comunicación y sentó las bases para avances tecnológicos posteriores. Del mismo modo, la aplicación de la inteligencia artificial en plataformas educativas promete detectar riesgos académicos tempranamente y facilitar acciones pedagógicas efectivas, contribuyendo a un aprendizaje más personalizado y eficiente.</a:t>
            </a:r>
          </a:p>
        </p:txBody>
      </p:sp>
      <p:sp>
        <p:nvSpPr>
          <p:cNvPr id="4" name="Marcador de número de diapositiva 3">
            <a:extLst>
              <a:ext uri="{FF2B5EF4-FFF2-40B4-BE49-F238E27FC236}">
                <a16:creationId xmlns:a16="http://schemas.microsoft.com/office/drawing/2014/main" id="{DEEB022E-80D1-7F06-8F6A-FFA9B5D13592}"/>
              </a:ext>
            </a:extLst>
          </p:cNvPr>
          <p:cNvSpPr>
            <a:spLocks noGrp="1"/>
          </p:cNvSpPr>
          <p:nvPr>
            <p:ph type="sldNum" sz="quarter" idx="5"/>
          </p:nvPr>
        </p:nvSpPr>
        <p:spPr/>
        <p:txBody>
          <a:bodyPr/>
          <a:lstStyle/>
          <a:p>
            <a:fld id="{49106BCD-345D-4A25-839A-DBCF2F844C18}" type="slidenum">
              <a:rPr lang="es-ES" smtClean="0"/>
              <a:t>6</a:t>
            </a:fld>
            <a:endParaRPr lang="es-ES"/>
          </a:p>
        </p:txBody>
      </p:sp>
    </p:spTree>
    <p:extLst>
      <p:ext uri="{BB962C8B-B14F-4D97-AF65-F5344CB8AC3E}">
        <p14:creationId xmlns:p14="http://schemas.microsoft.com/office/powerpoint/2010/main" val="36931753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
---
Las motivaciones para inventar el teléfono surgieron de la creciente necesidad de mejorar las comunicaciones personales y comerciales. La incapacidad del telégrafo para transmitir la voz humana y la demanda de comunicaciones instantáneas en sectores como los negocios y la administración pública impulsaron la búsqueda de una tecnología que permitiera la transmisión de voz a larga distancia. Además, el desarrollo tecnológico del siglo XIX, como el electromagnetismo, abrió nuevas posibilidades para la creación de dispositivos capaces de transportar señales acústicas a través de cables eléctricos.
Origen de la imagen: generada por IA
</a:t>
            </a:r>
          </a:p>
        </p:txBody>
      </p:sp>
      <p:sp>
        <p:nvSpPr>
          <p:cNvPr id="4" name="Marcador de número de diapositiva 3"/>
          <p:cNvSpPr>
            <a:spLocks noGrp="1"/>
          </p:cNvSpPr>
          <p:nvPr>
            <p:ph type="sldNum" sz="quarter" idx="5"/>
          </p:nvPr>
        </p:nvSpPr>
        <p:spPr/>
        <p:txBody>
          <a:bodyPr/>
          <a:lstStyle/>
          <a:p>
            <a:fld id="{49106BCD-345D-4A25-839A-DBCF2F844C18}" type="slidenum">
              <a:rPr lang="es-ES" smtClean="0"/>
              <a:t>8</a:t>
            </a:fld>
            <a:endParaRPr lang="es-ES"/>
          </a:p>
        </p:txBody>
      </p:sp>
    </p:spTree>
    <p:extLst>
      <p:ext uri="{BB962C8B-B14F-4D97-AF65-F5344CB8AC3E}">
        <p14:creationId xmlns:p14="http://schemas.microsoft.com/office/powerpoint/2010/main" val="1906679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0E426-114C-8D09-B697-B834060F2E6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7E197FF-A13B-1DD7-E96C-22DF4BA48E7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AD2ADCA-5DD6-9263-9C8D-95A3AA495600}"/>
              </a:ext>
            </a:extLst>
          </p:cNvPr>
          <p:cNvSpPr>
            <a:spLocks noGrp="1"/>
          </p:cNvSpPr>
          <p:nvPr>
            <p:ph type="body" idx="1"/>
          </p:nvPr>
        </p:nvSpPr>
        <p:spPr/>
        <p:txBody>
          <a:bodyPr/>
          <a:lstStyle/>
          <a:p>
            <a:r>
              <a:rPr lang="es-ES"/>
              <a:t>
---
Las motivaciones para inventar el teléfono surgieron de la creciente necesidad de mejorar las comunicaciones personales y comerciales. La incapacidad del telégrafo para transmitir la voz humana y la demanda de comunicaciones instantáneas en sectores como los negocios y la administración pública impulsaron la búsqueda de una tecnología que permitiera la transmisión de voz a larga distancia. Además, el desarrollo tecnológico del siglo XIX, como el electromagnetismo, abrió nuevas posibilidades para la creación de dispositivos capaces de transportar señales acústicas a través de cables eléctricos.
Origen de la imagen: generada por IA
</a:t>
            </a:r>
          </a:p>
        </p:txBody>
      </p:sp>
      <p:sp>
        <p:nvSpPr>
          <p:cNvPr id="4" name="Marcador de número de diapositiva 3">
            <a:extLst>
              <a:ext uri="{FF2B5EF4-FFF2-40B4-BE49-F238E27FC236}">
                <a16:creationId xmlns:a16="http://schemas.microsoft.com/office/drawing/2014/main" id="{590AED02-A07C-D5C4-9781-B5C655F059CB}"/>
              </a:ext>
            </a:extLst>
          </p:cNvPr>
          <p:cNvSpPr>
            <a:spLocks noGrp="1"/>
          </p:cNvSpPr>
          <p:nvPr>
            <p:ph type="sldNum" sz="quarter" idx="5"/>
          </p:nvPr>
        </p:nvSpPr>
        <p:spPr/>
        <p:txBody>
          <a:bodyPr/>
          <a:lstStyle/>
          <a:p>
            <a:fld id="{49106BCD-345D-4A25-839A-DBCF2F844C18}" type="slidenum">
              <a:rPr lang="es-ES" smtClean="0"/>
              <a:t>10</a:t>
            </a:fld>
            <a:endParaRPr lang="es-ES"/>
          </a:p>
        </p:txBody>
      </p:sp>
    </p:spTree>
    <p:extLst>
      <p:ext uri="{BB962C8B-B14F-4D97-AF65-F5344CB8AC3E}">
        <p14:creationId xmlns:p14="http://schemas.microsoft.com/office/powerpoint/2010/main" val="20408748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C0E50-D0DB-0854-3A7C-7C2E130D1AA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BB874D-C6B4-6769-11BB-3479DE8336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2C6563E-FC70-628F-2A6F-74091E477234}"/>
              </a:ext>
            </a:extLst>
          </p:cNvPr>
          <p:cNvSpPr>
            <a:spLocks noGrp="1"/>
          </p:cNvSpPr>
          <p:nvPr>
            <p:ph type="body" idx="1"/>
          </p:nvPr>
        </p:nvSpPr>
        <p:spPr/>
        <p:txBody>
          <a:bodyPr/>
          <a:lstStyle/>
          <a:p>
            <a:r>
              <a:rPr lang="es-ES"/>
              <a:t>
---
Las motivaciones para inventar el teléfono surgieron de la creciente necesidad de mejorar las comunicaciones personales y comerciales. La incapacidad del telégrafo para transmitir la voz humana y la demanda de comunicaciones instantáneas en sectores como los negocios y la administración pública impulsaron la búsqueda de una tecnología que permitiera la transmisión de voz a larga distancia. Además, el desarrollo tecnológico del siglo XIX, como el electromagnetismo, abrió nuevas posibilidades para la creación de dispositivos capaces de transportar señales acústicas a través de cables eléctricos.
Origen de la imagen: generada por IA
</a:t>
            </a:r>
          </a:p>
        </p:txBody>
      </p:sp>
      <p:sp>
        <p:nvSpPr>
          <p:cNvPr id="4" name="Marcador de número de diapositiva 3">
            <a:extLst>
              <a:ext uri="{FF2B5EF4-FFF2-40B4-BE49-F238E27FC236}">
                <a16:creationId xmlns:a16="http://schemas.microsoft.com/office/drawing/2014/main" id="{11EE9153-5ADD-3EB9-D7EC-615B59909926}"/>
              </a:ext>
            </a:extLst>
          </p:cNvPr>
          <p:cNvSpPr>
            <a:spLocks noGrp="1"/>
          </p:cNvSpPr>
          <p:nvPr>
            <p:ph type="sldNum" sz="quarter" idx="5"/>
          </p:nvPr>
        </p:nvSpPr>
        <p:spPr/>
        <p:txBody>
          <a:bodyPr/>
          <a:lstStyle/>
          <a:p>
            <a:fld id="{49106BCD-345D-4A25-839A-DBCF2F844C18}" type="slidenum">
              <a:rPr lang="es-ES" smtClean="0"/>
              <a:t>11</a:t>
            </a:fld>
            <a:endParaRPr lang="es-ES"/>
          </a:p>
        </p:txBody>
      </p:sp>
    </p:spTree>
    <p:extLst>
      <p:ext uri="{BB962C8B-B14F-4D97-AF65-F5344CB8AC3E}">
        <p14:creationId xmlns:p14="http://schemas.microsoft.com/office/powerpoint/2010/main" val="22839698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6AFC8-1054-2E94-54BB-0EE10724919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3F3DA77-766A-7030-3BCE-90DC0CFD74B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0CC0F09-60EA-876F-9B78-100FF902E94B}"/>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EC5A944E-FA1A-05A3-656F-86A40AA50830}"/>
              </a:ext>
            </a:extLst>
          </p:cNvPr>
          <p:cNvSpPr>
            <a:spLocks noGrp="1"/>
          </p:cNvSpPr>
          <p:nvPr>
            <p:ph type="sldNum" sz="quarter" idx="5"/>
          </p:nvPr>
        </p:nvSpPr>
        <p:spPr/>
        <p:txBody>
          <a:bodyPr/>
          <a:lstStyle/>
          <a:p>
            <a:fld id="{49106BCD-345D-4A25-839A-DBCF2F844C18}" type="slidenum">
              <a:rPr lang="es-ES" smtClean="0"/>
              <a:t>13</a:t>
            </a:fld>
            <a:endParaRPr lang="es-ES"/>
          </a:p>
        </p:txBody>
      </p:sp>
    </p:spTree>
    <p:extLst>
      <p:ext uri="{BB962C8B-B14F-4D97-AF65-F5344CB8AC3E}">
        <p14:creationId xmlns:p14="http://schemas.microsoft.com/office/powerpoint/2010/main" val="1539925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976C0-69E3-AD4E-596C-D7040F8B44D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A22A72-D245-F6F1-7D5A-1B9972C67BA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10EFE4-181E-4EFA-D957-57739264CC58}"/>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C4BDB0ED-9224-5A91-C6A2-E03715BB6B18}"/>
              </a:ext>
            </a:extLst>
          </p:cNvPr>
          <p:cNvSpPr>
            <a:spLocks noGrp="1"/>
          </p:cNvSpPr>
          <p:nvPr>
            <p:ph type="sldNum" sz="quarter" idx="5"/>
          </p:nvPr>
        </p:nvSpPr>
        <p:spPr/>
        <p:txBody>
          <a:bodyPr/>
          <a:lstStyle/>
          <a:p>
            <a:fld id="{49106BCD-345D-4A25-839A-DBCF2F844C18}" type="slidenum">
              <a:rPr lang="es-ES" smtClean="0"/>
              <a:t>14</a:t>
            </a:fld>
            <a:endParaRPr lang="es-ES"/>
          </a:p>
        </p:txBody>
      </p:sp>
    </p:spTree>
    <p:extLst>
      <p:ext uri="{BB962C8B-B14F-4D97-AF65-F5344CB8AC3E}">
        <p14:creationId xmlns:p14="http://schemas.microsoft.com/office/powerpoint/2010/main" val="4186483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907F3-7608-2D8A-B559-AA68DD0FC4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5714672-FD8D-E70E-C1D5-5B4500AC3B1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939FD3B-E1DE-4761-F62E-F5A8592CA1F0}"/>
              </a:ext>
            </a:extLst>
          </p:cNvPr>
          <p:cNvSpPr>
            <a:spLocks noGrp="1"/>
          </p:cNvSpPr>
          <p:nvPr>
            <p:ph type="body" idx="1"/>
          </p:nvPr>
        </p:nvSpPr>
        <p:spPr/>
        <p:txBody>
          <a:bodyPr/>
          <a:lstStyle/>
          <a:p>
            <a:r>
              <a:rPr lang="es-ES" dirty="0"/>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FE9E2F28-60DB-5F38-CAA8-32FCFB6A041A}"/>
              </a:ext>
            </a:extLst>
          </p:cNvPr>
          <p:cNvSpPr>
            <a:spLocks noGrp="1"/>
          </p:cNvSpPr>
          <p:nvPr>
            <p:ph type="sldNum" sz="quarter" idx="5"/>
          </p:nvPr>
        </p:nvSpPr>
        <p:spPr/>
        <p:txBody>
          <a:bodyPr/>
          <a:lstStyle/>
          <a:p>
            <a:fld id="{49106BCD-345D-4A25-839A-DBCF2F844C18}" type="slidenum">
              <a:rPr lang="es-ES" smtClean="0"/>
              <a:t>15</a:t>
            </a:fld>
            <a:endParaRPr lang="es-ES"/>
          </a:p>
        </p:txBody>
      </p:sp>
    </p:spTree>
    <p:extLst>
      <p:ext uri="{BB962C8B-B14F-4D97-AF65-F5344CB8AC3E}">
        <p14:creationId xmlns:p14="http://schemas.microsoft.com/office/powerpoint/2010/main" val="2227584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B290D-BB52-10AE-0C5C-2C9022698EE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B3D8B17-0B8C-96E3-721C-57602514DC8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485F83F-FAB2-086F-EC6B-B03A1DA8FCEF}"/>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5A6AB8FE-EE18-B77C-85F1-0652D72DCCB6}"/>
              </a:ext>
            </a:extLst>
          </p:cNvPr>
          <p:cNvSpPr>
            <a:spLocks noGrp="1"/>
          </p:cNvSpPr>
          <p:nvPr>
            <p:ph type="sldNum" sz="quarter" idx="5"/>
          </p:nvPr>
        </p:nvSpPr>
        <p:spPr/>
        <p:txBody>
          <a:bodyPr/>
          <a:lstStyle/>
          <a:p>
            <a:fld id="{49106BCD-345D-4A25-839A-DBCF2F844C18}" type="slidenum">
              <a:rPr lang="es-ES" smtClean="0"/>
              <a:t>16</a:t>
            </a:fld>
            <a:endParaRPr lang="es-ES"/>
          </a:p>
        </p:txBody>
      </p:sp>
    </p:spTree>
    <p:extLst>
      <p:ext uri="{BB962C8B-B14F-4D97-AF65-F5344CB8AC3E}">
        <p14:creationId xmlns:p14="http://schemas.microsoft.com/office/powerpoint/2010/main" val="29074391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CBC04-B9D2-95B4-DCFE-B706EFB2588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51D01DA-2898-E916-5A8D-A0F24F56844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4EC44C-0C04-7D12-3BE6-88E99D140930}"/>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8A6E8FEF-89A1-667F-EAF0-0516C660B44A}"/>
              </a:ext>
            </a:extLst>
          </p:cNvPr>
          <p:cNvSpPr>
            <a:spLocks noGrp="1"/>
          </p:cNvSpPr>
          <p:nvPr>
            <p:ph type="sldNum" sz="quarter" idx="5"/>
          </p:nvPr>
        </p:nvSpPr>
        <p:spPr/>
        <p:txBody>
          <a:bodyPr/>
          <a:lstStyle/>
          <a:p>
            <a:fld id="{49106BCD-345D-4A25-839A-DBCF2F844C18}" type="slidenum">
              <a:rPr lang="es-ES" smtClean="0"/>
              <a:t>18</a:t>
            </a:fld>
            <a:endParaRPr lang="es-ES"/>
          </a:p>
        </p:txBody>
      </p:sp>
    </p:spTree>
    <p:extLst>
      <p:ext uri="{BB962C8B-B14F-4D97-AF65-F5344CB8AC3E}">
        <p14:creationId xmlns:p14="http://schemas.microsoft.com/office/powerpoint/2010/main" val="10606467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C821D-5359-B969-5F05-5D734BABA89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20C5389-9F6B-2249-CBB4-62CE92EDFC4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3A75143-63DB-EC6F-0C4E-3D909C404AFD}"/>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0E154179-F001-2951-10C2-C51FCF34CFA6}"/>
              </a:ext>
            </a:extLst>
          </p:cNvPr>
          <p:cNvSpPr>
            <a:spLocks noGrp="1"/>
          </p:cNvSpPr>
          <p:nvPr>
            <p:ph type="sldNum" sz="quarter" idx="5"/>
          </p:nvPr>
        </p:nvSpPr>
        <p:spPr/>
        <p:txBody>
          <a:bodyPr/>
          <a:lstStyle/>
          <a:p>
            <a:fld id="{49106BCD-345D-4A25-839A-DBCF2F844C18}" type="slidenum">
              <a:rPr lang="es-ES" smtClean="0"/>
              <a:t>19</a:t>
            </a:fld>
            <a:endParaRPr lang="es-ES"/>
          </a:p>
        </p:txBody>
      </p:sp>
    </p:spTree>
    <p:extLst>
      <p:ext uri="{BB962C8B-B14F-4D97-AF65-F5344CB8AC3E}">
        <p14:creationId xmlns:p14="http://schemas.microsoft.com/office/powerpoint/2010/main" val="27798110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84299-2089-419A-7181-C5275B108A6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3BAFDF2-754D-DCEB-C17C-DA04EABB7D7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D57451-4029-8AA4-4CCE-D81644E74442}"/>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CA00BEA3-A75D-C098-DA33-B371022E5E32}"/>
              </a:ext>
            </a:extLst>
          </p:cNvPr>
          <p:cNvSpPr>
            <a:spLocks noGrp="1"/>
          </p:cNvSpPr>
          <p:nvPr>
            <p:ph type="sldNum" sz="quarter" idx="5"/>
          </p:nvPr>
        </p:nvSpPr>
        <p:spPr/>
        <p:txBody>
          <a:bodyPr/>
          <a:lstStyle/>
          <a:p>
            <a:fld id="{49106BCD-345D-4A25-839A-DBCF2F844C18}" type="slidenum">
              <a:rPr lang="es-ES" smtClean="0"/>
              <a:t>20</a:t>
            </a:fld>
            <a:endParaRPr lang="es-ES"/>
          </a:p>
        </p:txBody>
      </p:sp>
    </p:spTree>
    <p:extLst>
      <p:ext uri="{BB962C8B-B14F-4D97-AF65-F5344CB8AC3E}">
        <p14:creationId xmlns:p14="http://schemas.microsoft.com/office/powerpoint/2010/main" val="1413228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B1FA5-16F4-3895-1E00-12467FA080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5B38D25-7DB9-9840-BDB5-C72D11C217A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69A20D2-FB9E-17C9-F0C6-4B37B192D124}"/>
              </a:ext>
            </a:extLst>
          </p:cNvPr>
          <p:cNvSpPr>
            <a:spLocks noGrp="1"/>
          </p:cNvSpPr>
          <p:nvPr>
            <p:ph type="body" idx="1"/>
          </p:nvPr>
        </p:nvSpPr>
        <p:spPr/>
        <p:txBody>
          <a:bodyPr/>
          <a:lstStyle/>
          <a:p>
            <a:r>
              <a:rPr lang="es-ES"/>
              <a:t>
---
El primer prototipo funcional de teléfono de Bell consistía en un transmisor y un receptor que convertían ondas sonoras en señales eléctricas y viceversa. Técnicamente, utilizaba un diafragma que vibraba con la voz, modulado por un electroimán para generar variaciones eléctricas. La señal viajaba a través de cables conductores hasta un receptor similar que reconstruía la voz. Este diseño innovador permitió la transmisión de conversaciones en tiempo real a distancias inicialmente cortas, estableciendo la base para tecnologías telefónicas posteriores. La simplicidad y efectividad técnica fueron cruciales para su aceptación.
Origen de la imagen: generada por IA
</a:t>
            </a:r>
          </a:p>
        </p:txBody>
      </p:sp>
      <p:sp>
        <p:nvSpPr>
          <p:cNvPr id="4" name="Marcador de número de diapositiva 3">
            <a:extLst>
              <a:ext uri="{FF2B5EF4-FFF2-40B4-BE49-F238E27FC236}">
                <a16:creationId xmlns:a16="http://schemas.microsoft.com/office/drawing/2014/main" id="{927B54C8-74BF-9C7A-5EDD-55C9D172AC0B}"/>
              </a:ext>
            </a:extLst>
          </p:cNvPr>
          <p:cNvSpPr>
            <a:spLocks noGrp="1"/>
          </p:cNvSpPr>
          <p:nvPr>
            <p:ph type="sldNum" sz="quarter" idx="5"/>
          </p:nvPr>
        </p:nvSpPr>
        <p:spPr/>
        <p:txBody>
          <a:bodyPr/>
          <a:lstStyle/>
          <a:p>
            <a:fld id="{49106BCD-345D-4A25-839A-DBCF2F844C18}" type="slidenum">
              <a:rPr lang="es-ES" smtClean="0"/>
              <a:t>21</a:t>
            </a:fld>
            <a:endParaRPr lang="es-ES"/>
          </a:p>
        </p:txBody>
      </p:sp>
    </p:spTree>
    <p:extLst>
      <p:ext uri="{BB962C8B-B14F-4D97-AF65-F5344CB8AC3E}">
        <p14:creationId xmlns:p14="http://schemas.microsoft.com/office/powerpoint/2010/main" val="192508310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ítulo con image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77CE2-4402-942B-FD26-6E29BDAB9B47}"/>
              </a:ext>
            </a:extLst>
          </p:cNvPr>
          <p:cNvSpPr>
            <a:spLocks noGrp="1"/>
          </p:cNvSpPr>
          <p:nvPr>
            <p:ph type="title"/>
          </p:nvPr>
        </p:nvSpPr>
        <p:spPr>
          <a:xfrm>
            <a:off x="402336" y="731407"/>
            <a:ext cx="6480450" cy="3038878"/>
          </a:xfrm>
        </p:spPr>
        <p:txBody>
          <a:bodyPr rtlCol="0" anchor="t">
            <a:normAutofit/>
          </a:bodyPr>
          <a:lstStyle>
            <a:lvl1pPr>
              <a:defRPr sz="6000"/>
            </a:lvl1pPr>
          </a:lstStyle>
          <a:p>
            <a:pPr rtl="0"/>
            <a:r>
              <a:rPr lang="es"/>
              <a:t>Haga clic para modificar el estilo de título del patrón</a:t>
            </a:r>
            <a:endParaRPr lang="en-US" dirty="0"/>
          </a:p>
        </p:txBody>
      </p:sp>
      <p:sp>
        <p:nvSpPr>
          <p:cNvPr id="3" name="Marcador de texto 2">
            <a:extLst>
              <a:ext uri="{FF2B5EF4-FFF2-40B4-BE49-F238E27FC236}">
                <a16:creationId xmlns:a16="http://schemas.microsoft.com/office/drawing/2014/main" id="{4FF79075-DF30-526B-9548-3F9D7EF9FAA8}"/>
              </a:ext>
            </a:extLst>
          </p:cNvPr>
          <p:cNvSpPr>
            <a:spLocks noGrp="1"/>
          </p:cNvSpPr>
          <p:nvPr>
            <p:ph type="body" idx="1"/>
          </p:nvPr>
        </p:nvSpPr>
        <p:spPr>
          <a:xfrm>
            <a:off x="429315" y="5264528"/>
            <a:ext cx="6577526" cy="1001354"/>
          </a:xfrm>
        </p:spPr>
        <p:txBody>
          <a:bodyPr rtlCol="0" anchor="ctr">
            <a:normAutofit/>
          </a:bodyPr>
          <a:lstStyle>
            <a:lvl1pPr marL="0" indent="0">
              <a:buNone/>
              <a:defRPr sz="1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rtl="0"/>
            <a:r>
              <a:rPr lang="es"/>
              <a:t>Haga clic para modificar los estilos de texto del patrón</a:t>
            </a:r>
          </a:p>
        </p:txBody>
      </p:sp>
      <p:sp>
        <p:nvSpPr>
          <p:cNvPr id="5" name="Marcador de pie de página 4">
            <a:extLst>
              <a:ext uri="{FF2B5EF4-FFF2-40B4-BE49-F238E27FC236}">
                <a16:creationId xmlns:a16="http://schemas.microsoft.com/office/drawing/2014/main" id="{CEC3F3D2-CADD-A94F-6739-CCCDA6C6FA8C}"/>
              </a:ext>
            </a:extLst>
          </p:cNvPr>
          <p:cNvSpPr>
            <a:spLocks noGrp="1"/>
          </p:cNvSpPr>
          <p:nvPr>
            <p:ph type="ftr" sz="quarter" idx="11"/>
          </p:nvPr>
        </p:nvSpPr>
        <p:spPr>
          <a:xfrm>
            <a:off x="426780" y="6426091"/>
            <a:ext cx="4357544" cy="365125"/>
          </a:xfrm>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40CC541E-3AF5-9564-CE04-E4B86459DBE0}"/>
              </a:ext>
            </a:extLst>
          </p:cNvPr>
          <p:cNvSpPr>
            <a:spLocks noGrp="1"/>
          </p:cNvSpPr>
          <p:nvPr>
            <p:ph type="dt" sz="half" idx="10"/>
          </p:nvPr>
        </p:nvSpPr>
        <p:spPr>
          <a:xfrm>
            <a:off x="4932188" y="6426091"/>
            <a:ext cx="1431447" cy="365125"/>
          </a:xfrm>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C3C772A7-7F28-0EB0-D243-BCC6917DADA2}"/>
              </a:ext>
            </a:extLst>
          </p:cNvPr>
          <p:cNvSpPr>
            <a:spLocks noGrp="1"/>
          </p:cNvSpPr>
          <p:nvPr>
            <p:ph type="sldNum" sz="quarter" idx="12"/>
          </p:nvPr>
        </p:nvSpPr>
        <p:spPr>
          <a:xfrm>
            <a:off x="6382685" y="6426091"/>
            <a:ext cx="603114" cy="365125"/>
          </a:xfrm>
        </p:spPr>
        <p:txBody>
          <a:bodyPr rtlCol="0"/>
          <a:lstStyle/>
          <a:p>
            <a:pPr rtl="0"/>
            <a:fld id="{DD84031F-D6BF-4677-B12E-7D8B88BA70F7}" type="slidenum">
              <a:rPr lang="en-US" smtClean="0"/>
              <a:t>‹Nº›</a:t>
            </a:fld>
            <a:endParaRPr lang="en-US" dirty="0"/>
          </a:p>
        </p:txBody>
      </p:sp>
      <p:sp>
        <p:nvSpPr>
          <p:cNvPr id="9" name="Marcador de posición de imagen 8">
            <a:extLst>
              <a:ext uri="{FF2B5EF4-FFF2-40B4-BE49-F238E27FC236}">
                <a16:creationId xmlns:a16="http://schemas.microsoft.com/office/drawing/2014/main" id="{6D3F2A15-2C96-2533-3F11-3EFA30B56716}"/>
              </a:ext>
            </a:extLst>
          </p:cNvPr>
          <p:cNvSpPr>
            <a:spLocks noGrp="1"/>
          </p:cNvSpPr>
          <p:nvPr>
            <p:ph type="pic" sz="quarter" idx="13" hasCustomPrompt="1"/>
          </p:nvPr>
        </p:nvSpPr>
        <p:spPr>
          <a:xfrm>
            <a:off x="7620000" y="0"/>
            <a:ext cx="4571999" cy="6858000"/>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cxnSp>
        <p:nvCxnSpPr>
          <p:cNvPr id="10" name="Conector recto 9">
            <a:extLst>
              <a:ext uri="{FF2B5EF4-FFF2-40B4-BE49-F238E27FC236}">
                <a16:creationId xmlns:a16="http://schemas.microsoft.com/office/drawing/2014/main" id="{5022CE8C-DC47-AF8A-A37E-C04D364B8D63}"/>
              </a:ext>
            </a:extLst>
          </p:cNvPr>
          <p:cNvCxnSpPr>
            <a:cxnSpLocks/>
          </p:cNvCxnSpPr>
          <p:nvPr/>
        </p:nvCxnSpPr>
        <p:spPr>
          <a:xfrm>
            <a:off x="533400" y="6324773"/>
            <a:ext cx="648045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735A6ADE-4FF0-6E84-4D25-A3E7A481303D}"/>
              </a:ext>
            </a:extLst>
          </p:cNvPr>
          <p:cNvCxnSpPr>
            <a:cxnSpLocks/>
          </p:cNvCxnSpPr>
          <p:nvPr/>
        </p:nvCxnSpPr>
        <p:spPr>
          <a:xfrm>
            <a:off x="533400" y="5184424"/>
            <a:ext cx="6460509"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7" name="Conector recto 6">
            <a:extLst>
              <a:ext uri="{FF2B5EF4-FFF2-40B4-BE49-F238E27FC236}">
                <a16:creationId xmlns:a16="http://schemas.microsoft.com/office/drawing/2014/main" id="{5B306735-74E7-C788-FB5F-7BC551ED5CDD}"/>
              </a:ext>
            </a:extLst>
          </p:cNvPr>
          <p:cNvCxnSpPr>
            <a:cxnSpLocks/>
          </p:cNvCxnSpPr>
          <p:nvPr/>
        </p:nvCxnSpPr>
        <p:spPr>
          <a:xfrm>
            <a:off x="533400" y="512722"/>
            <a:ext cx="6456409" cy="0"/>
          </a:xfrm>
          <a:prstGeom prst="line">
            <a:avLst/>
          </a:prstGeom>
          <a:ln w="476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2799846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Contenid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399679" y="332308"/>
            <a:ext cx="11253667" cy="909921"/>
          </a:xfrm>
        </p:spPr>
        <p:txBody>
          <a:bodyPr rtlCol="0" anchor="b"/>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02336" y="1488931"/>
            <a:ext cx="11253668" cy="4700761"/>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530352" y="1357303"/>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50469461"/>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ítulo con imagen 2">
    <p:bg>
      <p:bgRef idx="1001">
        <a:schemeClr val="bg1"/>
      </p:bgRef>
    </p:bg>
    <p:spTree>
      <p:nvGrpSpPr>
        <p:cNvPr id="1" name=""/>
        <p:cNvGrpSpPr/>
        <p:nvPr/>
      </p:nvGrpSpPr>
      <p:grpSpPr>
        <a:xfrm>
          <a:off x="0" y="0"/>
          <a:ext cx="0" cy="0"/>
          <a:chOff x="0" y="0"/>
          <a:chExt cx="0" cy="0"/>
        </a:xfrm>
      </p:grpSpPr>
      <p:sp>
        <p:nvSpPr>
          <p:cNvPr id="11" name="Marcador de posición de imagen 10">
            <a:extLst>
              <a:ext uri="{FF2B5EF4-FFF2-40B4-BE49-F238E27FC236}">
                <a16:creationId xmlns:a16="http://schemas.microsoft.com/office/drawing/2014/main" id="{1AAFFBF3-C898-85FC-D25A-592E29515C23}"/>
              </a:ext>
            </a:extLst>
          </p:cNvPr>
          <p:cNvSpPr>
            <a:spLocks noGrp="1"/>
          </p:cNvSpPr>
          <p:nvPr>
            <p:ph type="pic" sz="quarter" idx="13" hasCustomPrompt="1"/>
          </p:nvPr>
        </p:nvSpPr>
        <p:spPr>
          <a:xfrm>
            <a:off x="0" y="0"/>
            <a:ext cx="12192000" cy="6858000"/>
          </a:xfrm>
          <a:custGeom>
            <a:avLst/>
            <a:gdLst>
              <a:gd name="connsiteX0" fmla="*/ 510023 w 12192000"/>
              <a:gd name="connsiteY0" fmla="*/ 505353 h 6858000"/>
              <a:gd name="connsiteX1" fmla="*/ 510023 w 12192000"/>
              <a:gd name="connsiteY1" fmla="*/ 6352647 h 6858000"/>
              <a:gd name="connsiteX2" fmla="*/ 5415398 w 12192000"/>
              <a:gd name="connsiteY2" fmla="*/ 6352647 h 6858000"/>
              <a:gd name="connsiteX3" fmla="*/ 5415398 w 12192000"/>
              <a:gd name="connsiteY3" fmla="*/ 505353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10023" y="505353"/>
                </a:moveTo>
                <a:lnTo>
                  <a:pt x="510023" y="6352647"/>
                </a:lnTo>
                <a:lnTo>
                  <a:pt x="5415398" y="6352647"/>
                </a:lnTo>
                <a:lnTo>
                  <a:pt x="5415398" y="505353"/>
                </a:lnTo>
                <a:close/>
                <a:moveTo>
                  <a:pt x="0" y="0"/>
                </a:moveTo>
                <a:lnTo>
                  <a:pt x="12192000" y="0"/>
                </a:lnTo>
                <a:lnTo>
                  <a:pt x="12192000" y="6858000"/>
                </a:lnTo>
                <a:lnTo>
                  <a:pt x="0" y="6858000"/>
                </a:lnTo>
                <a:close/>
              </a:path>
            </a:pathLst>
          </a:custGeom>
          <a:blipFill>
            <a:blip r:embed="rId2">
              <a:alphaModFix amt="70000"/>
            </a:blip>
            <a:stretch>
              <a:fillRect/>
            </a:stretch>
          </a:blipFill>
          <a:effectLst>
            <a:innerShdw blurRad="215900" dist="25400" dir="13500000">
              <a:prstClr val="black">
                <a:alpha val="15000"/>
              </a:prstClr>
            </a:innerShdw>
          </a:effectLst>
        </p:spPr>
        <p:txBody>
          <a:bodyPr wrap="square" rtlCol="0">
            <a:noAutofit/>
          </a:bodyPr>
          <a:lstStyle>
            <a:lvl1pPr marL="0" indent="0">
              <a:buNone/>
              <a:defRPr/>
            </a:lvl1pPr>
          </a:lstStyle>
          <a:p>
            <a:pPr rtl="0"/>
            <a:r>
              <a:rPr lang="es"/>
              <a:t> </a:t>
            </a:r>
          </a:p>
        </p:txBody>
      </p:sp>
      <p:sp>
        <p:nvSpPr>
          <p:cNvPr id="2" name="Título 1">
            <a:extLst>
              <a:ext uri="{FF2B5EF4-FFF2-40B4-BE49-F238E27FC236}">
                <a16:creationId xmlns:a16="http://schemas.microsoft.com/office/drawing/2014/main" id="{60877CE2-4402-942B-FD26-6E29BDAB9B47}"/>
              </a:ext>
            </a:extLst>
          </p:cNvPr>
          <p:cNvSpPr>
            <a:spLocks noGrp="1"/>
          </p:cNvSpPr>
          <p:nvPr>
            <p:ph type="title"/>
          </p:nvPr>
        </p:nvSpPr>
        <p:spPr>
          <a:xfrm>
            <a:off x="839297" y="1136691"/>
            <a:ext cx="4135970" cy="3038878"/>
          </a:xfrm>
        </p:spPr>
        <p:txBody>
          <a:bodyPr rtlCol="0" anchor="t">
            <a:normAutofit/>
          </a:bodyPr>
          <a:lstStyle>
            <a:lvl1pPr>
              <a:defRPr sz="4400"/>
            </a:lvl1pPr>
          </a:lstStyle>
          <a:p>
            <a:pPr rtl="0"/>
            <a:r>
              <a:rPr lang="es"/>
              <a:t>Haga clic para modificar el estilo de título del patrón</a:t>
            </a:r>
            <a:endParaRPr lang="en-US" dirty="0"/>
          </a:p>
        </p:txBody>
      </p:sp>
      <p:sp>
        <p:nvSpPr>
          <p:cNvPr id="3" name="Marcador de texto 2">
            <a:extLst>
              <a:ext uri="{FF2B5EF4-FFF2-40B4-BE49-F238E27FC236}">
                <a16:creationId xmlns:a16="http://schemas.microsoft.com/office/drawing/2014/main" id="{4FF79075-DF30-526B-9548-3F9D7EF9FAA8}"/>
              </a:ext>
            </a:extLst>
          </p:cNvPr>
          <p:cNvSpPr>
            <a:spLocks noGrp="1"/>
          </p:cNvSpPr>
          <p:nvPr>
            <p:ph type="body" idx="1"/>
          </p:nvPr>
        </p:nvSpPr>
        <p:spPr>
          <a:xfrm>
            <a:off x="842093" y="5282217"/>
            <a:ext cx="4136599" cy="947146"/>
          </a:xfrm>
        </p:spPr>
        <p:txBody>
          <a:bodyPr rtlCol="0" anchor="t">
            <a:normAutofit/>
          </a:bodyPr>
          <a:lstStyle>
            <a:lvl1pPr marL="0" indent="0">
              <a:buNone/>
              <a:defRPr sz="1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rtl="0"/>
            <a:r>
              <a:rPr lang="es"/>
              <a:t>Haga clic para modificar los estilos de texto del patrón</a:t>
            </a:r>
          </a:p>
        </p:txBody>
      </p:sp>
      <p:sp>
        <p:nvSpPr>
          <p:cNvPr id="5" name="Marcador de pie de página 4">
            <a:extLst>
              <a:ext uri="{FF2B5EF4-FFF2-40B4-BE49-F238E27FC236}">
                <a16:creationId xmlns:a16="http://schemas.microsoft.com/office/drawing/2014/main" id="{CEC3F3D2-CADD-A94F-6739-CCCDA6C6FA8C}"/>
              </a:ext>
            </a:extLst>
          </p:cNvPr>
          <p:cNvSpPr>
            <a:spLocks noGrp="1"/>
          </p:cNvSpPr>
          <p:nvPr>
            <p:ph type="ftr" sz="quarter" idx="11"/>
          </p:nvPr>
        </p:nvSpPr>
        <p:spPr>
          <a:xfrm>
            <a:off x="402336" y="6426091"/>
            <a:ext cx="3877552" cy="365125"/>
          </a:xfrm>
        </p:spPr>
        <p:txBody>
          <a:bodyPr rtlCol="0"/>
          <a:lstStyle>
            <a:lvl1pPr>
              <a:defRPr>
                <a:solidFill>
                  <a:schemeClr val="bg1">
                    <a:alpha val="60000"/>
                  </a:schemeClr>
                </a:solidFill>
                <a:effectLst>
                  <a:outerShdw blurRad="38100" dist="38100" dir="2700000" algn="tl">
                    <a:srgbClr val="000000">
                      <a:alpha val="43137"/>
                    </a:srgbClr>
                  </a:outerShdw>
                </a:effectLst>
              </a:defRPr>
            </a:lvl1pPr>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40CC541E-3AF5-9564-CE04-E4B86459DBE0}"/>
              </a:ext>
            </a:extLst>
          </p:cNvPr>
          <p:cNvSpPr>
            <a:spLocks noGrp="1"/>
          </p:cNvSpPr>
          <p:nvPr>
            <p:ph type="dt" sz="half" idx="10"/>
          </p:nvPr>
        </p:nvSpPr>
        <p:spPr/>
        <p:txBody>
          <a:bodyPr rtlCol="0"/>
          <a:lstStyle>
            <a:lvl1pPr>
              <a:defRPr>
                <a:solidFill>
                  <a:schemeClr val="bg1">
                    <a:alpha val="60000"/>
                  </a:schemeClr>
                </a:solidFill>
                <a:effectLst>
                  <a:outerShdw blurRad="38100" dist="38100" dir="2700000" algn="tl">
                    <a:srgbClr val="000000">
                      <a:alpha val="43137"/>
                    </a:srgbClr>
                  </a:outerShdw>
                </a:effectLst>
              </a:defRPr>
            </a:lvl1pPr>
          </a:lstStyle>
          <a:p>
            <a:pPr rtl="0"/>
            <a:r>
              <a:rPr lang="es-ES"/>
              <a:t>4/8/2025</a:t>
            </a:r>
            <a:endParaRPr lang="en-US"/>
          </a:p>
        </p:txBody>
      </p:sp>
      <p:sp>
        <p:nvSpPr>
          <p:cNvPr id="6" name="Marcador de número de diapositiva 5">
            <a:extLst>
              <a:ext uri="{FF2B5EF4-FFF2-40B4-BE49-F238E27FC236}">
                <a16:creationId xmlns:a16="http://schemas.microsoft.com/office/drawing/2014/main" id="{C3C772A7-7F28-0EB0-D243-BCC6917DADA2}"/>
              </a:ext>
            </a:extLst>
          </p:cNvPr>
          <p:cNvSpPr>
            <a:spLocks noGrp="1"/>
          </p:cNvSpPr>
          <p:nvPr>
            <p:ph type="sldNum" sz="quarter" idx="12"/>
          </p:nvPr>
        </p:nvSpPr>
        <p:spPr/>
        <p:txBody>
          <a:bodyPr rtlCol="0"/>
          <a:lstStyle>
            <a:lvl1pPr>
              <a:defRPr>
                <a:solidFill>
                  <a:schemeClr val="bg1">
                    <a:alpha val="60000"/>
                  </a:schemeClr>
                </a:solidFill>
                <a:effectLst>
                  <a:outerShdw blurRad="38100" dist="38100" dir="2700000" algn="tl">
                    <a:srgbClr val="000000">
                      <a:alpha val="43137"/>
                    </a:srgbClr>
                  </a:outerShdw>
                </a:effectLst>
              </a:defRPr>
            </a:lvl1pPr>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A280C4FA-D5DF-A52F-5EBC-E1A231F643A5}"/>
              </a:ext>
            </a:extLst>
          </p:cNvPr>
          <p:cNvCxnSpPr>
            <a:cxnSpLocks/>
          </p:cNvCxnSpPr>
          <p:nvPr/>
        </p:nvCxnSpPr>
        <p:spPr>
          <a:xfrm>
            <a:off x="944438" y="5162641"/>
            <a:ext cx="4030829"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22BEF2C1-7030-5074-0586-5EBAF7D59A33}"/>
              </a:ext>
            </a:extLst>
          </p:cNvPr>
          <p:cNvCxnSpPr>
            <a:cxnSpLocks/>
          </p:cNvCxnSpPr>
          <p:nvPr/>
        </p:nvCxnSpPr>
        <p:spPr>
          <a:xfrm>
            <a:off x="944438" y="904533"/>
            <a:ext cx="4036971" cy="0"/>
          </a:xfrm>
          <a:prstGeom prst="line">
            <a:avLst/>
          </a:prstGeom>
          <a:ln w="44450">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03545340"/>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ítulo con imagen 3">
    <p:bg>
      <p:bgRef idx="1001">
        <a:schemeClr val="bg1"/>
      </p:bgRef>
    </p:bg>
    <p:spTree>
      <p:nvGrpSpPr>
        <p:cNvPr id="1" name=""/>
        <p:cNvGrpSpPr/>
        <p:nvPr/>
      </p:nvGrpSpPr>
      <p:grpSpPr>
        <a:xfrm>
          <a:off x="0" y="0"/>
          <a:ext cx="0" cy="0"/>
          <a:chOff x="0" y="0"/>
          <a:chExt cx="0" cy="0"/>
        </a:xfrm>
      </p:grpSpPr>
      <p:cxnSp>
        <p:nvCxnSpPr>
          <p:cNvPr id="7" name="Conector recto 6">
            <a:extLst>
              <a:ext uri="{FF2B5EF4-FFF2-40B4-BE49-F238E27FC236}">
                <a16:creationId xmlns:a16="http://schemas.microsoft.com/office/drawing/2014/main" id="{B1F847F0-1D67-5F49-6571-5F248F11275B}"/>
              </a:ext>
            </a:extLst>
          </p:cNvPr>
          <p:cNvCxnSpPr>
            <a:cxnSpLocks/>
          </p:cNvCxnSpPr>
          <p:nvPr/>
        </p:nvCxnSpPr>
        <p:spPr>
          <a:xfrm>
            <a:off x="8173214" y="530425"/>
            <a:ext cx="3485386" cy="0"/>
          </a:xfrm>
          <a:prstGeom prst="line">
            <a:avLst/>
          </a:prstGeom>
          <a:ln w="4127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280C4FA-D5DF-A52F-5EBC-E1A231F643A5}"/>
              </a:ext>
            </a:extLst>
          </p:cNvPr>
          <p:cNvCxnSpPr>
            <a:cxnSpLocks/>
          </p:cNvCxnSpPr>
          <p:nvPr/>
        </p:nvCxnSpPr>
        <p:spPr>
          <a:xfrm>
            <a:off x="8173214" y="5498461"/>
            <a:ext cx="3485386"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
        <p:nvSpPr>
          <p:cNvPr id="2" name="Título 1">
            <a:extLst>
              <a:ext uri="{FF2B5EF4-FFF2-40B4-BE49-F238E27FC236}">
                <a16:creationId xmlns:a16="http://schemas.microsoft.com/office/drawing/2014/main" id="{60877CE2-4402-942B-FD26-6E29BDAB9B47}"/>
              </a:ext>
            </a:extLst>
          </p:cNvPr>
          <p:cNvSpPr>
            <a:spLocks noGrp="1"/>
          </p:cNvSpPr>
          <p:nvPr>
            <p:ph type="title"/>
          </p:nvPr>
        </p:nvSpPr>
        <p:spPr>
          <a:xfrm>
            <a:off x="8043968" y="768351"/>
            <a:ext cx="3685656" cy="2843527"/>
          </a:xfrm>
        </p:spPr>
        <p:txBody>
          <a:bodyPr rtlCol="0" anchor="t">
            <a:normAutofit/>
          </a:bodyPr>
          <a:lstStyle>
            <a:lvl1pPr>
              <a:defRPr sz="4400"/>
            </a:lvl1pPr>
          </a:lstStyle>
          <a:p>
            <a:pPr rtl="0"/>
            <a:r>
              <a:rPr lang="es"/>
              <a:t>Haga clic para modificar el estilo de título del patrón</a:t>
            </a:r>
            <a:endParaRPr lang="en-US" dirty="0"/>
          </a:p>
        </p:txBody>
      </p:sp>
      <p:sp>
        <p:nvSpPr>
          <p:cNvPr id="9" name="Marcador de posición de imagen 8">
            <a:extLst>
              <a:ext uri="{FF2B5EF4-FFF2-40B4-BE49-F238E27FC236}">
                <a16:creationId xmlns:a16="http://schemas.microsoft.com/office/drawing/2014/main" id="{6D3F2A15-2C96-2533-3F11-3EFA30B56716}"/>
              </a:ext>
            </a:extLst>
          </p:cNvPr>
          <p:cNvSpPr>
            <a:spLocks noGrp="1"/>
          </p:cNvSpPr>
          <p:nvPr>
            <p:ph type="pic" sz="quarter" idx="13" hasCustomPrompt="1"/>
          </p:nvPr>
        </p:nvSpPr>
        <p:spPr>
          <a:xfrm>
            <a:off x="0" y="0"/>
            <a:ext cx="7605681" cy="6858000"/>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texto 2">
            <a:extLst>
              <a:ext uri="{FF2B5EF4-FFF2-40B4-BE49-F238E27FC236}">
                <a16:creationId xmlns:a16="http://schemas.microsoft.com/office/drawing/2014/main" id="{4FF79075-DF30-526B-9548-3F9D7EF9FAA8}"/>
              </a:ext>
            </a:extLst>
          </p:cNvPr>
          <p:cNvSpPr>
            <a:spLocks noGrp="1"/>
          </p:cNvSpPr>
          <p:nvPr>
            <p:ph type="body" idx="1"/>
          </p:nvPr>
        </p:nvSpPr>
        <p:spPr>
          <a:xfrm>
            <a:off x="8073978" y="5681133"/>
            <a:ext cx="3655646" cy="664191"/>
          </a:xfrm>
        </p:spPr>
        <p:txBody>
          <a:bodyPr rtlCol="0" anchor="t">
            <a:normAutofit/>
          </a:bodyPr>
          <a:lstStyle>
            <a:lvl1pPr marL="0" indent="0">
              <a:buNone/>
              <a:defRPr sz="1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rtl="0"/>
            <a:r>
              <a:rPr lang="es"/>
              <a:t>Haga clic para modificar los estilos de texto del patrón</a:t>
            </a:r>
          </a:p>
        </p:txBody>
      </p:sp>
      <p:sp>
        <p:nvSpPr>
          <p:cNvPr id="11" name="Marcador de pie de página 10">
            <a:extLst>
              <a:ext uri="{FF2B5EF4-FFF2-40B4-BE49-F238E27FC236}">
                <a16:creationId xmlns:a16="http://schemas.microsoft.com/office/drawing/2014/main" id="{E2571521-DF5C-DF9C-1A62-5F1513FC610C}"/>
              </a:ext>
            </a:extLst>
          </p:cNvPr>
          <p:cNvSpPr>
            <a:spLocks noGrp="1"/>
          </p:cNvSpPr>
          <p:nvPr>
            <p:ph type="ftr" sz="quarter" idx="15"/>
          </p:nvPr>
        </p:nvSpPr>
        <p:spPr>
          <a:xfrm>
            <a:off x="8073978" y="6426091"/>
            <a:ext cx="2295058" cy="365125"/>
          </a:xfrm>
        </p:spPr>
        <p:txBody>
          <a:bodyPr rtlCol="0"/>
          <a:lstStyle/>
          <a:p>
            <a:pPr rtl="0"/>
            <a:r>
              <a:rPr lang="es-ES"/>
              <a:t>Texto de ejemplo para el pie de página</a:t>
            </a:r>
            <a:endParaRPr lang="es"/>
          </a:p>
        </p:txBody>
      </p:sp>
      <p:sp>
        <p:nvSpPr>
          <p:cNvPr id="10" name="Marcador de fecha 9">
            <a:extLst>
              <a:ext uri="{FF2B5EF4-FFF2-40B4-BE49-F238E27FC236}">
                <a16:creationId xmlns:a16="http://schemas.microsoft.com/office/drawing/2014/main" id="{1135B836-FBFB-89F8-B972-11036B55F5CF}"/>
              </a:ext>
            </a:extLst>
          </p:cNvPr>
          <p:cNvSpPr>
            <a:spLocks noGrp="1"/>
          </p:cNvSpPr>
          <p:nvPr>
            <p:ph type="dt" sz="half" idx="14"/>
          </p:nvPr>
        </p:nvSpPr>
        <p:spPr>
          <a:xfrm>
            <a:off x="10298013" y="6426091"/>
            <a:ext cx="875825" cy="365125"/>
          </a:xfrm>
        </p:spPr>
        <p:txBody>
          <a:bodyPr rtlCol="0"/>
          <a:lstStyle/>
          <a:p>
            <a:pPr rtl="0"/>
            <a:r>
              <a:rPr lang="es-ES"/>
              <a:t>4/8/2025</a:t>
            </a:r>
            <a:endParaRPr lang="en-US"/>
          </a:p>
        </p:txBody>
      </p:sp>
      <p:sp>
        <p:nvSpPr>
          <p:cNvPr id="12" name="Marcador de número de diapositiva 11">
            <a:extLst>
              <a:ext uri="{FF2B5EF4-FFF2-40B4-BE49-F238E27FC236}">
                <a16:creationId xmlns:a16="http://schemas.microsoft.com/office/drawing/2014/main" id="{50AD8387-A9F9-E9E2-1138-08C0AA495719}"/>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09688894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ítulo con imagen 4">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77CE2-4402-942B-FD26-6E29BDAB9B47}"/>
              </a:ext>
            </a:extLst>
          </p:cNvPr>
          <p:cNvSpPr>
            <a:spLocks noGrp="1"/>
          </p:cNvSpPr>
          <p:nvPr>
            <p:ph type="title"/>
          </p:nvPr>
        </p:nvSpPr>
        <p:spPr>
          <a:xfrm>
            <a:off x="429901" y="5056743"/>
            <a:ext cx="11339400" cy="966902"/>
          </a:xfrm>
        </p:spPr>
        <p:txBody>
          <a:bodyPr rtlCol="0" anchor="b">
            <a:normAutofit/>
          </a:bodyPr>
          <a:lstStyle>
            <a:lvl1pPr>
              <a:defRPr sz="4800">
                <a:solidFill>
                  <a:schemeClr val="tx1"/>
                </a:solidFill>
              </a:defRPr>
            </a:lvl1pPr>
          </a:lstStyle>
          <a:p>
            <a:pPr rtl="0"/>
            <a:r>
              <a:rPr lang="es"/>
              <a:t>Haga clic para modificar el estilo de título del patrón</a:t>
            </a:r>
            <a:endParaRPr lang="en-US" dirty="0"/>
          </a:p>
        </p:txBody>
      </p:sp>
      <p:sp>
        <p:nvSpPr>
          <p:cNvPr id="9" name="Marcador de posición de imagen 8">
            <a:extLst>
              <a:ext uri="{FF2B5EF4-FFF2-40B4-BE49-F238E27FC236}">
                <a16:creationId xmlns:a16="http://schemas.microsoft.com/office/drawing/2014/main" id="{6D3F2A15-2C96-2533-3F11-3EFA30B56716}"/>
              </a:ext>
            </a:extLst>
          </p:cNvPr>
          <p:cNvSpPr>
            <a:spLocks noGrp="1"/>
          </p:cNvSpPr>
          <p:nvPr>
            <p:ph type="pic" sz="quarter" idx="13" hasCustomPrompt="1"/>
          </p:nvPr>
        </p:nvSpPr>
        <p:spPr>
          <a:xfrm>
            <a:off x="0" y="0"/>
            <a:ext cx="12192000" cy="4930912"/>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texto 2">
            <a:extLst>
              <a:ext uri="{FF2B5EF4-FFF2-40B4-BE49-F238E27FC236}">
                <a16:creationId xmlns:a16="http://schemas.microsoft.com/office/drawing/2014/main" id="{4FF79075-DF30-526B-9548-3F9D7EF9FAA8}"/>
              </a:ext>
            </a:extLst>
          </p:cNvPr>
          <p:cNvSpPr>
            <a:spLocks noGrp="1"/>
          </p:cNvSpPr>
          <p:nvPr>
            <p:ph type="body" idx="1"/>
          </p:nvPr>
        </p:nvSpPr>
        <p:spPr>
          <a:xfrm>
            <a:off x="429902" y="5979576"/>
            <a:ext cx="11339400" cy="365126"/>
          </a:xfrm>
        </p:spPr>
        <p:txBody>
          <a:bodyPr rtlCol="0" anchor="t">
            <a:normAutofit/>
          </a:bodyPr>
          <a:lstStyle>
            <a:lvl1pPr marL="0" indent="0">
              <a:buNone/>
              <a:defRPr sz="1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rtl="0"/>
            <a:r>
              <a:rPr lang="es"/>
              <a:t>Haga clic para modificar los estilos de texto del patrón</a:t>
            </a:r>
          </a:p>
        </p:txBody>
      </p:sp>
      <p:sp>
        <p:nvSpPr>
          <p:cNvPr id="8" name="Marcador de pie de página 7">
            <a:extLst>
              <a:ext uri="{FF2B5EF4-FFF2-40B4-BE49-F238E27FC236}">
                <a16:creationId xmlns:a16="http://schemas.microsoft.com/office/drawing/2014/main" id="{3F256503-7989-932D-DE04-B424AC0B97DF}"/>
              </a:ext>
            </a:extLst>
          </p:cNvPr>
          <p:cNvSpPr>
            <a:spLocks noGrp="1"/>
          </p:cNvSpPr>
          <p:nvPr>
            <p:ph type="ftr" sz="quarter" idx="15"/>
          </p:nvPr>
        </p:nvSpPr>
        <p:spPr/>
        <p:txBody>
          <a:bodyPr rtlCol="0"/>
          <a:lstStyle/>
          <a:p>
            <a:pPr rtl="0"/>
            <a:r>
              <a:rPr lang="es-ES"/>
              <a:t>Texto de ejemplo para el pie de página</a:t>
            </a:r>
            <a:endParaRPr lang="es"/>
          </a:p>
        </p:txBody>
      </p:sp>
      <p:sp>
        <p:nvSpPr>
          <p:cNvPr id="7" name="Marcador de fecha 6">
            <a:extLst>
              <a:ext uri="{FF2B5EF4-FFF2-40B4-BE49-F238E27FC236}">
                <a16:creationId xmlns:a16="http://schemas.microsoft.com/office/drawing/2014/main" id="{623E99C9-C336-E83E-56A6-D68659547CAF}"/>
              </a:ext>
            </a:extLst>
          </p:cNvPr>
          <p:cNvSpPr>
            <a:spLocks noGrp="1"/>
          </p:cNvSpPr>
          <p:nvPr>
            <p:ph type="dt" sz="half" idx="14"/>
          </p:nvPr>
        </p:nvSpPr>
        <p:spPr/>
        <p:txBody>
          <a:bodyPr rtlCol="0"/>
          <a:lstStyle/>
          <a:p>
            <a:pPr rtl="0"/>
            <a:r>
              <a:rPr lang="es-ES"/>
              <a:t>4/8/2025</a:t>
            </a:r>
            <a:endParaRPr lang="en-US"/>
          </a:p>
        </p:txBody>
      </p:sp>
      <p:sp>
        <p:nvSpPr>
          <p:cNvPr id="10" name="Marcador de número de diapositiva 9">
            <a:extLst>
              <a:ext uri="{FF2B5EF4-FFF2-40B4-BE49-F238E27FC236}">
                <a16:creationId xmlns:a16="http://schemas.microsoft.com/office/drawing/2014/main" id="{757A77FC-B384-BD30-0961-237F594F200F}"/>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198578452"/>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ítul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24DF58-285B-E151-006A-D88C36BBB753}"/>
              </a:ext>
            </a:extLst>
          </p:cNvPr>
          <p:cNvSpPr>
            <a:spLocks noGrp="1"/>
          </p:cNvSpPr>
          <p:nvPr>
            <p:ph type="ctrTitle"/>
          </p:nvPr>
        </p:nvSpPr>
        <p:spPr>
          <a:xfrm>
            <a:off x="419238" y="398050"/>
            <a:ext cx="9635668" cy="3671398"/>
          </a:xfrm>
        </p:spPr>
        <p:txBody>
          <a:bodyPr vert="horz" lIns="91440" tIns="45720" rIns="91440" bIns="45720" rtlCol="0" anchor="t">
            <a:normAutofit/>
          </a:bodyPr>
          <a:lstStyle>
            <a:lvl1pPr>
              <a:defRPr lang="en-US" sz="6600" dirty="0">
                <a:solidFill>
                  <a:schemeClr val="accent1"/>
                </a:solidFill>
              </a:defRPr>
            </a:lvl1pPr>
          </a:lstStyle>
          <a:p>
            <a:pPr lvl="0" rtl="0"/>
            <a:r>
              <a:rPr lang="es"/>
              <a:t>Haga clic para modificar el estilo de título del patrón</a:t>
            </a:r>
            <a:endParaRPr lang="en-US" dirty="0"/>
          </a:p>
        </p:txBody>
      </p:sp>
      <p:sp>
        <p:nvSpPr>
          <p:cNvPr id="3" name="Subtítulo 2">
            <a:extLst>
              <a:ext uri="{FF2B5EF4-FFF2-40B4-BE49-F238E27FC236}">
                <a16:creationId xmlns:a16="http://schemas.microsoft.com/office/drawing/2014/main" id="{F9206861-2B51-5BD1-EB7B-C21E31ED4CF6}"/>
              </a:ext>
            </a:extLst>
          </p:cNvPr>
          <p:cNvSpPr>
            <a:spLocks noGrp="1"/>
          </p:cNvSpPr>
          <p:nvPr>
            <p:ph type="subTitle" idx="1"/>
          </p:nvPr>
        </p:nvSpPr>
        <p:spPr>
          <a:xfrm>
            <a:off x="432322" y="5669280"/>
            <a:ext cx="9620300" cy="756807"/>
          </a:xfrm>
        </p:spPr>
        <p:txBody>
          <a:bodyPr vert="horz" lIns="91440" tIns="45720" rIns="91440" bIns="45720" rtlCol="0">
            <a:normAutofit/>
          </a:bodyPr>
          <a:lstStyle>
            <a:lvl1pPr marL="0" indent="0">
              <a:buNone/>
              <a:defRPr lang="en-US" dirty="0"/>
            </a:lvl1pPr>
          </a:lstStyle>
          <a:p>
            <a:pPr lvl="0" rtl="0"/>
            <a:r>
              <a:rPr lang="es"/>
              <a:t>Haga clic para editar el estilo de subtítulo del patrón</a:t>
            </a:r>
            <a:endParaRPr lang="en-US" dirty="0"/>
          </a:p>
        </p:txBody>
      </p:sp>
      <p:sp>
        <p:nvSpPr>
          <p:cNvPr id="5" name="Marcador de pie de página 4">
            <a:extLst>
              <a:ext uri="{FF2B5EF4-FFF2-40B4-BE49-F238E27FC236}">
                <a16:creationId xmlns:a16="http://schemas.microsoft.com/office/drawing/2014/main" id="{822DDD77-F8A9-7EC7-8615-6A38937CE728}"/>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98AB215-86A6-6EC5-BC27-7962FA84A1AE}"/>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9" name="Conector recto 8">
            <a:extLst>
              <a:ext uri="{FF2B5EF4-FFF2-40B4-BE49-F238E27FC236}">
                <a16:creationId xmlns:a16="http://schemas.microsoft.com/office/drawing/2014/main" id="{46EBC7DB-A84C-6AE6-0446-4E466A133069}"/>
              </a:ext>
            </a:extLst>
          </p:cNvPr>
          <p:cNvCxnSpPr>
            <a:cxnSpLocks/>
          </p:cNvCxnSpPr>
          <p:nvPr/>
        </p:nvCxnSpPr>
        <p:spPr>
          <a:xfrm>
            <a:off x="530352" y="5498461"/>
            <a:ext cx="11124446"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90026024"/>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ítulo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24DF58-285B-E151-006A-D88C36BBB753}"/>
              </a:ext>
            </a:extLst>
          </p:cNvPr>
          <p:cNvSpPr>
            <a:spLocks noGrp="1"/>
          </p:cNvSpPr>
          <p:nvPr>
            <p:ph type="ctrTitle"/>
          </p:nvPr>
        </p:nvSpPr>
        <p:spPr>
          <a:xfrm>
            <a:off x="402336" y="765750"/>
            <a:ext cx="9635668" cy="3455113"/>
          </a:xfrm>
        </p:spPr>
        <p:txBody>
          <a:bodyPr vert="horz" lIns="91440" tIns="45720" rIns="91440" bIns="45720" rtlCol="0" anchor="t">
            <a:normAutofit/>
          </a:bodyPr>
          <a:lstStyle>
            <a:lvl1pPr>
              <a:defRPr lang="en-US" sz="8800" dirty="0">
                <a:solidFill>
                  <a:schemeClr val="accent1"/>
                </a:solidFill>
              </a:defRPr>
            </a:lvl1pPr>
          </a:lstStyle>
          <a:p>
            <a:pPr lvl="0" rtl="0"/>
            <a:r>
              <a:rPr lang="es"/>
              <a:t>Haga clic para modificar el estilo de título del patrón</a:t>
            </a:r>
            <a:endParaRPr lang="en-US" dirty="0"/>
          </a:p>
        </p:txBody>
      </p:sp>
      <p:sp>
        <p:nvSpPr>
          <p:cNvPr id="3" name="Subtítulo 2">
            <a:extLst>
              <a:ext uri="{FF2B5EF4-FFF2-40B4-BE49-F238E27FC236}">
                <a16:creationId xmlns:a16="http://schemas.microsoft.com/office/drawing/2014/main" id="{F9206861-2B51-5BD1-EB7B-C21E31ED4CF6}"/>
              </a:ext>
            </a:extLst>
          </p:cNvPr>
          <p:cNvSpPr>
            <a:spLocks noGrp="1"/>
          </p:cNvSpPr>
          <p:nvPr>
            <p:ph type="subTitle" idx="1"/>
          </p:nvPr>
        </p:nvSpPr>
        <p:spPr>
          <a:xfrm>
            <a:off x="429428" y="5271844"/>
            <a:ext cx="9613065" cy="1001356"/>
          </a:xfrm>
        </p:spPr>
        <p:txBody>
          <a:bodyPr vert="horz" lIns="91440" tIns="45720" rIns="91440" bIns="45720" rtlCol="0" anchor="ctr">
            <a:normAutofit/>
          </a:bodyPr>
          <a:lstStyle>
            <a:lvl1pPr marL="0" indent="0">
              <a:buNone/>
              <a:defRPr lang="en-US" dirty="0"/>
            </a:lvl1pPr>
          </a:lstStyle>
          <a:p>
            <a:pPr lvl="0" rtl="0"/>
            <a:r>
              <a:rPr lang="es"/>
              <a:t>Haga clic para editar el estilo de subtítulo del patrón</a:t>
            </a:r>
            <a:endParaRPr lang="en-US" dirty="0"/>
          </a:p>
        </p:txBody>
      </p:sp>
      <p:sp>
        <p:nvSpPr>
          <p:cNvPr id="5" name="Marcador de pie de página 4">
            <a:extLst>
              <a:ext uri="{FF2B5EF4-FFF2-40B4-BE49-F238E27FC236}">
                <a16:creationId xmlns:a16="http://schemas.microsoft.com/office/drawing/2014/main" id="{822DDD77-F8A9-7EC7-8615-6A38937CE728}"/>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98AB215-86A6-6EC5-BC27-7962FA84A1AE}"/>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12" name="Conector recto 11">
            <a:extLst>
              <a:ext uri="{FF2B5EF4-FFF2-40B4-BE49-F238E27FC236}">
                <a16:creationId xmlns:a16="http://schemas.microsoft.com/office/drawing/2014/main" id="{D4CDCB79-1025-8102-1BC6-378AB173CBFF}"/>
              </a:ext>
            </a:extLst>
          </p:cNvPr>
          <p:cNvCxnSpPr>
            <a:cxnSpLocks/>
          </p:cNvCxnSpPr>
          <p:nvPr/>
        </p:nvCxnSpPr>
        <p:spPr>
          <a:xfrm>
            <a:off x="533400" y="5184424"/>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CEF23CAD-F5FD-3FB3-B413-1F54592B07E7}"/>
              </a:ext>
            </a:extLst>
          </p:cNvPr>
          <p:cNvCxnSpPr>
            <a:cxnSpLocks/>
          </p:cNvCxnSpPr>
          <p:nvPr/>
        </p:nvCxnSpPr>
        <p:spPr>
          <a:xfrm>
            <a:off x="533400" y="6324600"/>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48661017"/>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ítulo 3">
    <p:bg>
      <p:bgPr>
        <a:solidFill>
          <a:schemeClr val="accent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24DF58-285B-E151-006A-D88C36BBB753}"/>
              </a:ext>
            </a:extLst>
          </p:cNvPr>
          <p:cNvSpPr>
            <a:spLocks noGrp="1"/>
          </p:cNvSpPr>
          <p:nvPr>
            <p:ph type="ctrTitle"/>
          </p:nvPr>
        </p:nvSpPr>
        <p:spPr>
          <a:xfrm>
            <a:off x="402336" y="765750"/>
            <a:ext cx="9635668" cy="3528339"/>
          </a:xfrm>
        </p:spPr>
        <p:txBody>
          <a:bodyPr vert="horz" lIns="91440" tIns="45720" rIns="91440" bIns="45720" rtlCol="0" anchor="t">
            <a:normAutofit/>
          </a:bodyPr>
          <a:lstStyle>
            <a:lvl1pPr>
              <a:defRPr lang="en-US" sz="8800" dirty="0">
                <a:solidFill>
                  <a:schemeClr val="tx1"/>
                </a:solidFill>
              </a:defRPr>
            </a:lvl1pPr>
          </a:lstStyle>
          <a:p>
            <a:pPr lvl="0" rtl="0"/>
            <a:r>
              <a:rPr lang="es"/>
              <a:t>Haga clic para modificar el estilo de título del patrón</a:t>
            </a:r>
            <a:endParaRPr lang="en-US" dirty="0"/>
          </a:p>
        </p:txBody>
      </p:sp>
      <p:sp>
        <p:nvSpPr>
          <p:cNvPr id="3" name="Subtítulo 2">
            <a:extLst>
              <a:ext uri="{FF2B5EF4-FFF2-40B4-BE49-F238E27FC236}">
                <a16:creationId xmlns:a16="http://schemas.microsoft.com/office/drawing/2014/main" id="{F9206861-2B51-5BD1-EB7B-C21E31ED4CF6}"/>
              </a:ext>
            </a:extLst>
          </p:cNvPr>
          <p:cNvSpPr>
            <a:spLocks noGrp="1"/>
          </p:cNvSpPr>
          <p:nvPr>
            <p:ph type="subTitle" idx="1"/>
          </p:nvPr>
        </p:nvSpPr>
        <p:spPr>
          <a:xfrm>
            <a:off x="434857" y="5184425"/>
            <a:ext cx="10575756" cy="1153220"/>
          </a:xfrm>
        </p:spPr>
        <p:txBody>
          <a:bodyPr vert="horz" lIns="91440" tIns="45720" rIns="91440" bIns="45720" rtlCol="0" anchor="ctr">
            <a:normAutofit/>
          </a:bodyPr>
          <a:lstStyle>
            <a:lvl1pPr marL="0" indent="0">
              <a:buNone/>
              <a:defRPr lang="en-US" dirty="0">
                <a:solidFill>
                  <a:schemeClr val="tx1"/>
                </a:solidFill>
              </a:defRPr>
            </a:lvl1pPr>
          </a:lstStyle>
          <a:p>
            <a:pPr lvl="0" rtl="0"/>
            <a:r>
              <a:rPr lang="es"/>
              <a:t>Haga clic para editar el estilo de subtítulo del patrón</a:t>
            </a:r>
            <a:endParaRPr lang="en-US" dirty="0"/>
          </a:p>
        </p:txBody>
      </p:sp>
      <p:sp>
        <p:nvSpPr>
          <p:cNvPr id="5" name="Marcador de pie de página 4">
            <a:extLst>
              <a:ext uri="{FF2B5EF4-FFF2-40B4-BE49-F238E27FC236}">
                <a16:creationId xmlns:a16="http://schemas.microsoft.com/office/drawing/2014/main" id="{822DDD77-F8A9-7EC7-8615-6A38937CE728}"/>
              </a:ext>
            </a:extLst>
          </p:cNvPr>
          <p:cNvSpPr>
            <a:spLocks noGrp="1"/>
          </p:cNvSpPr>
          <p:nvPr>
            <p:ph type="ftr" sz="quarter" idx="11"/>
          </p:nvPr>
        </p:nvSpPr>
        <p:spPr/>
        <p:txBody>
          <a:bodyPr rtlCol="0"/>
          <a:lstStyle>
            <a:lvl1pPr>
              <a:defRPr>
                <a:solidFill>
                  <a:schemeClr val="tx1"/>
                </a:solidFill>
              </a:defRPr>
            </a:lvl1pPr>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98AB215-86A6-6EC5-BC27-7962FA84A1AE}"/>
              </a:ext>
            </a:extLst>
          </p:cNvPr>
          <p:cNvSpPr>
            <a:spLocks noGrp="1"/>
          </p:cNvSpPr>
          <p:nvPr>
            <p:ph type="dt" sz="half" idx="10"/>
          </p:nvPr>
        </p:nvSpPr>
        <p:spPr/>
        <p:txBody>
          <a:bodyPr rtlCol="0"/>
          <a:lstStyle>
            <a:lvl1pPr>
              <a:defRPr>
                <a:solidFill>
                  <a:schemeClr val="tx1"/>
                </a:solidFill>
              </a:defRPr>
            </a:lvl1pPr>
          </a:lstStyle>
          <a:p>
            <a:pPr rtl="0"/>
            <a:r>
              <a:rPr lang="es-ES"/>
              <a:t>4/8/2025</a:t>
            </a:r>
            <a:endParaRPr lang="en-US"/>
          </a:p>
        </p:txBody>
      </p:sp>
      <p:sp>
        <p:nvSpPr>
          <p:cNvPr id="6" name="Marcador de número de diapositiva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rtlCol="0"/>
          <a:lstStyle>
            <a:lvl1pPr>
              <a:defRPr>
                <a:solidFill>
                  <a:schemeClr val="tx1"/>
                </a:solidFill>
              </a:defRPr>
            </a:lvl1pPr>
          </a:lstStyle>
          <a:p>
            <a:pPr rtl="0"/>
            <a:fld id="{DD84031F-D6BF-4677-B12E-7D8B88BA70F7}" type="slidenum">
              <a:rPr lang="en-US" smtClean="0"/>
              <a:t>‹Nº›</a:t>
            </a:fld>
            <a:endParaRPr lang="en-US"/>
          </a:p>
        </p:txBody>
      </p:sp>
      <p:cxnSp>
        <p:nvCxnSpPr>
          <p:cNvPr id="11" name="Conector recto 10">
            <a:extLst>
              <a:ext uri="{FF2B5EF4-FFF2-40B4-BE49-F238E27FC236}">
                <a16:creationId xmlns:a16="http://schemas.microsoft.com/office/drawing/2014/main" id="{3817982C-A325-8307-2486-3AD646261E04}"/>
              </a:ext>
            </a:extLst>
          </p:cNvPr>
          <p:cNvCxnSpPr>
            <a:cxnSpLocks/>
          </p:cNvCxnSpPr>
          <p:nvPr/>
        </p:nvCxnSpPr>
        <p:spPr>
          <a:xfrm>
            <a:off x="533400" y="533538"/>
            <a:ext cx="11127005" cy="0"/>
          </a:xfrm>
          <a:prstGeom prst="line">
            <a:avLst/>
          </a:prstGeom>
          <a:ln w="603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2C02859D-9F11-5594-CFD3-C5FDE18CACB3}"/>
              </a:ext>
            </a:extLst>
          </p:cNvPr>
          <p:cNvCxnSpPr>
            <a:cxnSpLocks/>
          </p:cNvCxnSpPr>
          <p:nvPr/>
        </p:nvCxnSpPr>
        <p:spPr>
          <a:xfrm>
            <a:off x="533400" y="5169248"/>
            <a:ext cx="11127005"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6A0AD802-2887-3310-1453-789DB76F58DF}"/>
              </a:ext>
            </a:extLst>
          </p:cNvPr>
          <p:cNvCxnSpPr>
            <a:cxnSpLocks/>
          </p:cNvCxnSpPr>
          <p:nvPr/>
        </p:nvCxnSpPr>
        <p:spPr>
          <a:xfrm>
            <a:off x="533400" y="6330811"/>
            <a:ext cx="11119945"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6209252"/>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Encabezado de sección">
    <p:bg>
      <p:bgPr>
        <a:solidFill>
          <a:schemeClr val="accent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92EA34-13CC-54C1-DE3D-4F1D5D55C9A7}"/>
              </a:ext>
            </a:extLst>
          </p:cNvPr>
          <p:cNvSpPr>
            <a:spLocks noGrp="1"/>
          </p:cNvSpPr>
          <p:nvPr>
            <p:ph type="title"/>
          </p:nvPr>
        </p:nvSpPr>
        <p:spPr>
          <a:xfrm>
            <a:off x="426997" y="3018408"/>
            <a:ext cx="8961120" cy="3247475"/>
          </a:xfrm>
        </p:spPr>
        <p:txBody>
          <a:bodyPr rtlCol="0" anchor="b">
            <a:normAutofit/>
          </a:bodyPr>
          <a:lstStyle>
            <a:lvl1pPr>
              <a:defRPr sz="6600">
                <a:solidFill>
                  <a:schemeClr val="tx1"/>
                </a:solidFill>
              </a:defRPr>
            </a:lvl1pPr>
          </a:lstStyle>
          <a:p>
            <a:pPr rtl="0"/>
            <a:r>
              <a:rPr lang="es"/>
              <a:t>Haga clic para modificar el estilo de título del patrón</a:t>
            </a:r>
            <a:endParaRPr lang="en-US" dirty="0"/>
          </a:p>
        </p:txBody>
      </p:sp>
      <p:sp>
        <p:nvSpPr>
          <p:cNvPr id="5" name="Marcador de pie de página 4">
            <a:extLst>
              <a:ext uri="{FF2B5EF4-FFF2-40B4-BE49-F238E27FC236}">
                <a16:creationId xmlns:a16="http://schemas.microsoft.com/office/drawing/2014/main" id="{9F1849E7-8E94-3B02-239C-AAB481596BFD}"/>
              </a:ext>
            </a:extLst>
          </p:cNvPr>
          <p:cNvSpPr>
            <a:spLocks noGrp="1"/>
          </p:cNvSpPr>
          <p:nvPr>
            <p:ph type="ftr" sz="quarter" idx="11"/>
          </p:nvPr>
        </p:nvSpPr>
        <p:spPr/>
        <p:txBody>
          <a:bodyPr rtlCol="0"/>
          <a:lstStyle>
            <a:lvl1pPr>
              <a:defRPr>
                <a:solidFill>
                  <a:schemeClr val="tx1"/>
                </a:solidFill>
              </a:defRPr>
            </a:lvl1pPr>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8F845713-EE4C-7615-B812-531C14CF0CA2}"/>
              </a:ext>
            </a:extLst>
          </p:cNvPr>
          <p:cNvSpPr>
            <a:spLocks noGrp="1"/>
          </p:cNvSpPr>
          <p:nvPr>
            <p:ph type="dt" sz="half" idx="10"/>
          </p:nvPr>
        </p:nvSpPr>
        <p:spPr/>
        <p:txBody>
          <a:bodyPr rtlCol="0"/>
          <a:lstStyle>
            <a:lvl1pPr>
              <a:defRPr>
                <a:solidFill>
                  <a:schemeClr val="tx1"/>
                </a:solidFill>
              </a:defRPr>
            </a:lvl1pPr>
          </a:lstStyle>
          <a:p>
            <a:pPr rtl="0"/>
            <a:r>
              <a:rPr lang="es-ES"/>
              <a:t>4/8/2025</a:t>
            </a:r>
            <a:endParaRPr lang="en-US"/>
          </a:p>
        </p:txBody>
      </p:sp>
      <p:sp>
        <p:nvSpPr>
          <p:cNvPr id="6" name="Marcador de número de diapositiva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rtlCol="0"/>
          <a:lstStyle>
            <a:lvl1pPr>
              <a:defRPr>
                <a:solidFill>
                  <a:schemeClr val="tx1"/>
                </a:solidFill>
              </a:defRPr>
            </a:lvl1pPr>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6FD05DD5-DCB7-49C7-5E41-2DBD8B73D6D2}"/>
              </a:ext>
            </a:extLst>
          </p:cNvPr>
          <p:cNvCxnSpPr>
            <a:cxnSpLocks/>
          </p:cNvCxnSpPr>
          <p:nvPr/>
        </p:nvCxnSpPr>
        <p:spPr>
          <a:xfrm>
            <a:off x="530646" y="531958"/>
            <a:ext cx="11127954"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69FDA663-314D-CA26-DF41-CB3FDC0733F0}"/>
              </a:ext>
            </a:extLst>
          </p:cNvPr>
          <p:cNvCxnSpPr>
            <a:cxnSpLocks/>
          </p:cNvCxnSpPr>
          <p:nvPr/>
        </p:nvCxnSpPr>
        <p:spPr>
          <a:xfrm>
            <a:off x="533400" y="6324600"/>
            <a:ext cx="111252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98188318"/>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Agenda">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4019F8-742E-9EEF-F591-C9666AC32AF1}"/>
              </a:ext>
            </a:extLst>
          </p:cNvPr>
          <p:cNvSpPr>
            <a:spLocks noGrp="1"/>
          </p:cNvSpPr>
          <p:nvPr>
            <p:ph type="title"/>
          </p:nvPr>
        </p:nvSpPr>
        <p:spPr>
          <a:xfrm>
            <a:off x="402336" y="392851"/>
            <a:ext cx="7525512" cy="1882595"/>
          </a:xfrm>
        </p:spPr>
        <p:txBody>
          <a:bodyPr rtlCol="0" anchor="t">
            <a:normAutofit/>
          </a:bodyPr>
          <a:lstStyle>
            <a:lvl1pPr>
              <a:defRPr sz="6600">
                <a:solidFill>
                  <a:schemeClr val="accent1"/>
                </a:solidFill>
              </a:defRPr>
            </a:lvl1pPr>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28C8B19A-6FC1-2B71-0BFB-9274CBF396B9}"/>
              </a:ext>
            </a:extLst>
          </p:cNvPr>
          <p:cNvSpPr>
            <a:spLocks noGrp="1"/>
          </p:cNvSpPr>
          <p:nvPr>
            <p:ph sz="quarter" idx="13"/>
          </p:nvPr>
        </p:nvSpPr>
        <p:spPr>
          <a:xfrm>
            <a:off x="434856" y="2502245"/>
            <a:ext cx="7492991" cy="3669956"/>
          </a:xfrm>
        </p:spPr>
        <p:txBody>
          <a:bodyPr vert="horz" lIns="91440" tIns="45720" rIns="91440" bIns="45720" rtlCol="0" anchor="t">
            <a:normAutofit/>
          </a:bodyPr>
          <a:lstStyle>
            <a:lvl1pPr marL="457200" indent="-457200">
              <a:buFont typeface="+mj-lt"/>
              <a:buAutoNum type="arabicPeriod"/>
              <a:defRPr lang="en-US" sz="2000" dirty="0"/>
            </a:lvl1pPr>
            <a:lvl2pPr marL="800100" indent="-342900">
              <a:buFont typeface="+mj-lt"/>
              <a:buAutoNum type="arabicPeriod"/>
              <a:defRPr lang="en-US" sz="1800" dirty="0"/>
            </a:lvl2pPr>
            <a:lvl3pPr marL="1257300" indent="-342900">
              <a:buFont typeface="+mj-lt"/>
              <a:buAutoNum type="arabicPeriod"/>
              <a:defRPr lang="en-US" sz="1600" dirty="0"/>
            </a:lvl3pPr>
            <a:lvl4pPr marL="1714500" indent="-342900">
              <a:buFont typeface="+mj-lt"/>
              <a:buAutoNum type="arabicPeriod"/>
              <a:defRPr lang="en-US" sz="1600" dirty="0"/>
            </a:lvl4pPr>
            <a:lvl5pPr marL="2171700" indent="-342900">
              <a:buFont typeface="+mj-lt"/>
              <a:buAutoNum type="arabicPeriod"/>
              <a:defRPr lang="en-US" sz="1600"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pie de página 3">
            <a:extLst>
              <a:ext uri="{FF2B5EF4-FFF2-40B4-BE49-F238E27FC236}">
                <a16:creationId xmlns:a16="http://schemas.microsoft.com/office/drawing/2014/main" id="{0B12CFE6-D05E-5478-B3A4-81DC4DCD7410}"/>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6CC77F2D-39D2-22F7-CF0B-39D63EBF00B7}"/>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252384989"/>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cSld name="Agenda con image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4019F8-742E-9EEF-F591-C9666AC32AF1}"/>
              </a:ext>
            </a:extLst>
          </p:cNvPr>
          <p:cNvSpPr>
            <a:spLocks noGrp="1"/>
          </p:cNvSpPr>
          <p:nvPr>
            <p:ph type="title"/>
          </p:nvPr>
        </p:nvSpPr>
        <p:spPr>
          <a:xfrm>
            <a:off x="402336" y="401519"/>
            <a:ext cx="6516938" cy="2091068"/>
          </a:xfrm>
        </p:spPr>
        <p:txBody>
          <a:bodyPr rtlCol="0" anchor="t">
            <a:normAutofit/>
          </a:bodyPr>
          <a:lstStyle>
            <a:lvl1pPr>
              <a:defRPr sz="6600">
                <a:solidFill>
                  <a:schemeClr val="accent1"/>
                </a:solidFill>
              </a:defRPr>
            </a:lvl1pPr>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28C8B19A-6FC1-2B71-0BFB-9274CBF396B9}"/>
              </a:ext>
            </a:extLst>
          </p:cNvPr>
          <p:cNvSpPr>
            <a:spLocks noGrp="1"/>
          </p:cNvSpPr>
          <p:nvPr>
            <p:ph sz="quarter" idx="13"/>
          </p:nvPr>
        </p:nvSpPr>
        <p:spPr>
          <a:xfrm>
            <a:off x="436526" y="2897442"/>
            <a:ext cx="6482747" cy="3279838"/>
          </a:xfrm>
        </p:spPr>
        <p:txBody>
          <a:bodyPr vert="horz" lIns="91440" tIns="45720" rIns="91440" bIns="45720" rtlCol="0">
            <a:normAutofit/>
          </a:bodyPr>
          <a:lstStyle>
            <a:lvl1pPr marL="457200" indent="-457200">
              <a:buFont typeface="+mj-lt"/>
              <a:buAutoNum type="arabicPeriod"/>
              <a:defRPr lang="en-US" sz="2000" dirty="0"/>
            </a:lvl1pPr>
            <a:lvl2pPr marL="800100" indent="-342900">
              <a:buFont typeface="+mj-lt"/>
              <a:buAutoNum type="arabicPeriod"/>
              <a:defRPr lang="en-US" sz="1800" dirty="0"/>
            </a:lvl2pPr>
            <a:lvl3pPr marL="1257300" indent="-342900">
              <a:buFont typeface="+mj-lt"/>
              <a:buAutoNum type="arabicPeriod"/>
              <a:defRPr lang="en-US" sz="1600" dirty="0"/>
            </a:lvl3pPr>
            <a:lvl4pPr marL="1714500" indent="-342900">
              <a:buFont typeface="+mj-lt"/>
              <a:buAutoNum type="arabicPeriod"/>
              <a:defRPr lang="en-US" sz="1600" dirty="0"/>
            </a:lvl4pPr>
            <a:lvl5pPr marL="2171700" indent="-342900">
              <a:buFont typeface="+mj-lt"/>
              <a:buAutoNum type="arabicPeriod"/>
              <a:defRPr lang="en-US" sz="1600"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pie de página 3">
            <a:extLst>
              <a:ext uri="{FF2B5EF4-FFF2-40B4-BE49-F238E27FC236}">
                <a16:creationId xmlns:a16="http://schemas.microsoft.com/office/drawing/2014/main" id="{0B12CFE6-D05E-5478-B3A4-81DC4DCD7410}"/>
              </a:ext>
            </a:extLst>
          </p:cNvPr>
          <p:cNvSpPr>
            <a:spLocks noGrp="1"/>
          </p:cNvSpPr>
          <p:nvPr>
            <p:ph type="ftr" sz="quarter" idx="11"/>
          </p:nvPr>
        </p:nvSpPr>
        <p:spPr>
          <a:xfrm>
            <a:off x="402336" y="6426091"/>
            <a:ext cx="4303014" cy="365125"/>
          </a:xfrm>
        </p:spPr>
        <p:txBody>
          <a:bodyPr rtlCol="0"/>
          <a:lstStyle/>
          <a:p>
            <a:pPr rtl="0"/>
            <a:r>
              <a:rPr lang="es-ES"/>
              <a:t>Texto de ejemplo para el pie de página</a:t>
            </a:r>
            <a:endParaRPr lang="es"/>
          </a:p>
        </p:txBody>
      </p:sp>
      <p:sp>
        <p:nvSpPr>
          <p:cNvPr id="3" name="Marcador de fecha 2">
            <a:extLst>
              <a:ext uri="{FF2B5EF4-FFF2-40B4-BE49-F238E27FC236}">
                <a16:creationId xmlns:a16="http://schemas.microsoft.com/office/drawing/2014/main" id="{6CC77F2D-39D2-22F7-CF0B-39D63EBF00B7}"/>
              </a:ext>
            </a:extLst>
          </p:cNvPr>
          <p:cNvSpPr>
            <a:spLocks noGrp="1"/>
          </p:cNvSpPr>
          <p:nvPr>
            <p:ph type="dt" sz="half" idx="10"/>
          </p:nvPr>
        </p:nvSpPr>
        <p:spPr>
          <a:xfrm>
            <a:off x="4895850" y="6416667"/>
            <a:ext cx="1420310" cy="365125"/>
          </a:xfrm>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626B86D3-24E1-029E-BA22-9F17F9517D65}"/>
              </a:ext>
            </a:extLst>
          </p:cNvPr>
          <p:cNvSpPr>
            <a:spLocks noGrp="1"/>
          </p:cNvSpPr>
          <p:nvPr>
            <p:ph type="sldNum" sz="quarter" idx="12"/>
          </p:nvPr>
        </p:nvSpPr>
        <p:spPr>
          <a:xfrm>
            <a:off x="6316160" y="6416667"/>
            <a:ext cx="603114" cy="365125"/>
          </a:xfrm>
        </p:spPr>
        <p:txBody>
          <a:bodyPr rtlCol="0"/>
          <a:lstStyle/>
          <a:p>
            <a:pPr rtl="0"/>
            <a:fld id="{DD84031F-D6BF-4677-B12E-7D8B88BA70F7}" type="slidenum">
              <a:rPr lang="en-US" smtClean="0"/>
              <a:t>‹Nº›</a:t>
            </a:fld>
            <a:endParaRPr lang="en-US"/>
          </a:p>
        </p:txBody>
      </p:sp>
      <p:sp>
        <p:nvSpPr>
          <p:cNvPr id="8" name="Marcador de posición de imagen 8">
            <a:extLst>
              <a:ext uri="{FF2B5EF4-FFF2-40B4-BE49-F238E27FC236}">
                <a16:creationId xmlns:a16="http://schemas.microsoft.com/office/drawing/2014/main" id="{FBFCD9F4-28CD-7877-8D0E-B6685E2A124F}"/>
              </a:ext>
            </a:extLst>
          </p:cNvPr>
          <p:cNvSpPr>
            <a:spLocks noGrp="1"/>
          </p:cNvSpPr>
          <p:nvPr>
            <p:ph type="pic" sz="quarter" idx="14" hasCustomPrompt="1"/>
          </p:nvPr>
        </p:nvSpPr>
        <p:spPr>
          <a:xfrm>
            <a:off x="7619999" y="0"/>
            <a:ext cx="4571999" cy="6857999"/>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cxnSp>
        <p:nvCxnSpPr>
          <p:cNvPr id="9" name="Conector recto 8">
            <a:extLst>
              <a:ext uri="{FF2B5EF4-FFF2-40B4-BE49-F238E27FC236}">
                <a16:creationId xmlns:a16="http://schemas.microsoft.com/office/drawing/2014/main" id="{0E6481B7-DF51-286F-B976-0777FDDAC524}"/>
              </a:ext>
            </a:extLst>
          </p:cNvPr>
          <p:cNvCxnSpPr>
            <a:cxnSpLocks/>
          </p:cNvCxnSpPr>
          <p:nvPr/>
        </p:nvCxnSpPr>
        <p:spPr>
          <a:xfrm>
            <a:off x="530352" y="2670800"/>
            <a:ext cx="6402856" cy="0"/>
          </a:xfrm>
          <a:prstGeom prst="line">
            <a:avLst/>
          </a:prstGeom>
          <a:ln w="9525">
            <a:solidFill>
              <a:schemeClr val="tx1">
                <a:lumMod val="25000"/>
                <a:lumOff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85674851"/>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Agenda con imagen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4019F8-742E-9EEF-F591-C9666AC32AF1}"/>
              </a:ext>
            </a:extLst>
          </p:cNvPr>
          <p:cNvSpPr>
            <a:spLocks noGrp="1"/>
          </p:cNvSpPr>
          <p:nvPr>
            <p:ph type="title"/>
          </p:nvPr>
        </p:nvSpPr>
        <p:spPr>
          <a:xfrm>
            <a:off x="402336" y="3380188"/>
            <a:ext cx="4688732" cy="2313195"/>
          </a:xfrm>
        </p:spPr>
        <p:txBody>
          <a:bodyPr rtlCol="0" anchor="t">
            <a:normAutofit/>
          </a:bodyPr>
          <a:lstStyle>
            <a:lvl1pPr>
              <a:defRPr sz="5400">
                <a:solidFill>
                  <a:schemeClr val="accent1"/>
                </a:solidFill>
              </a:defRPr>
            </a:lvl1pPr>
          </a:lstStyle>
          <a:p>
            <a:pPr rtl="0"/>
            <a:r>
              <a:rPr lang="es"/>
              <a:t>Haga clic para modificar el estilo de título del patrón</a:t>
            </a:r>
            <a:endParaRPr lang="en-US" dirty="0"/>
          </a:p>
        </p:txBody>
      </p:sp>
      <p:sp>
        <p:nvSpPr>
          <p:cNvPr id="8" name="Marcador de posición de imagen 8">
            <a:extLst>
              <a:ext uri="{FF2B5EF4-FFF2-40B4-BE49-F238E27FC236}">
                <a16:creationId xmlns:a16="http://schemas.microsoft.com/office/drawing/2014/main" id="{E6BFF2B7-0DC8-E068-0F08-D1CF291F8EA2}"/>
              </a:ext>
            </a:extLst>
          </p:cNvPr>
          <p:cNvSpPr>
            <a:spLocks noGrp="1"/>
          </p:cNvSpPr>
          <p:nvPr>
            <p:ph type="pic" sz="quarter" idx="14" hasCustomPrompt="1"/>
          </p:nvPr>
        </p:nvSpPr>
        <p:spPr>
          <a:xfrm>
            <a:off x="0" y="0"/>
            <a:ext cx="12192000" cy="3041367"/>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7" name="Marcador de contenido 6">
            <a:extLst>
              <a:ext uri="{FF2B5EF4-FFF2-40B4-BE49-F238E27FC236}">
                <a16:creationId xmlns:a16="http://schemas.microsoft.com/office/drawing/2014/main" id="{28C8B19A-6FC1-2B71-0BFB-9274CBF396B9}"/>
              </a:ext>
            </a:extLst>
          </p:cNvPr>
          <p:cNvSpPr>
            <a:spLocks noGrp="1"/>
          </p:cNvSpPr>
          <p:nvPr>
            <p:ph sz="quarter" idx="13"/>
          </p:nvPr>
        </p:nvSpPr>
        <p:spPr>
          <a:xfrm>
            <a:off x="5638800" y="3363190"/>
            <a:ext cx="6029721" cy="2759316"/>
          </a:xfrm>
        </p:spPr>
        <p:txBody>
          <a:bodyPr vert="horz" lIns="91440" tIns="45720" rIns="91440" bIns="45720" rtlCol="0">
            <a:normAutofit/>
          </a:bodyPr>
          <a:lstStyle>
            <a:lvl1pPr marL="457200" indent="-457200">
              <a:buFont typeface="+mj-lt"/>
              <a:buAutoNum type="arabicPeriod"/>
              <a:defRPr lang="en-US" sz="2000" dirty="0"/>
            </a:lvl1pPr>
            <a:lvl2pPr marL="800100" indent="-342900">
              <a:buFont typeface="+mj-lt"/>
              <a:buAutoNum type="arabicPeriod"/>
              <a:defRPr lang="en-US" sz="1800" dirty="0"/>
            </a:lvl2pPr>
            <a:lvl3pPr marL="1257300" indent="-342900">
              <a:buFont typeface="+mj-lt"/>
              <a:buAutoNum type="arabicPeriod"/>
              <a:defRPr lang="en-US" sz="1600" dirty="0"/>
            </a:lvl3pPr>
            <a:lvl4pPr marL="1714500" indent="-342900">
              <a:buFont typeface="+mj-lt"/>
              <a:buAutoNum type="arabicPeriod"/>
              <a:defRPr lang="en-US" sz="1600" dirty="0"/>
            </a:lvl4pPr>
            <a:lvl5pPr marL="2171700" indent="-342900">
              <a:buFont typeface="+mj-lt"/>
              <a:buAutoNum type="arabicPeriod"/>
              <a:defRPr lang="en-US" sz="1600"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pie de página 3">
            <a:extLst>
              <a:ext uri="{FF2B5EF4-FFF2-40B4-BE49-F238E27FC236}">
                <a16:creationId xmlns:a16="http://schemas.microsoft.com/office/drawing/2014/main" id="{0B12CFE6-D05E-5478-B3A4-81DC4DCD7410}"/>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6CC77F2D-39D2-22F7-CF0B-39D63EBF00B7}"/>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11" name="Conector recto 10">
            <a:extLst>
              <a:ext uri="{FF2B5EF4-FFF2-40B4-BE49-F238E27FC236}">
                <a16:creationId xmlns:a16="http://schemas.microsoft.com/office/drawing/2014/main" id="{A4981961-B802-677C-4957-E24CA14D5E6D}"/>
              </a:ext>
            </a:extLst>
          </p:cNvPr>
          <p:cNvCxnSpPr>
            <a:cxnSpLocks/>
          </p:cNvCxnSpPr>
          <p:nvPr/>
        </p:nvCxnSpPr>
        <p:spPr>
          <a:xfrm>
            <a:off x="533400" y="6324600"/>
            <a:ext cx="11125200" cy="0"/>
          </a:xfrm>
          <a:prstGeom prst="line">
            <a:avLst/>
          </a:prstGeom>
          <a:ln w="9525">
            <a:solidFill>
              <a:schemeClr val="tx1">
                <a:lumMod val="25000"/>
                <a:lumOff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78722197"/>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Contenido 2">
    <p:bg>
      <p:bgRef idx="1001">
        <a:schemeClr val="bg1"/>
      </p:bgRef>
    </p:bg>
    <p:spTree>
      <p:nvGrpSpPr>
        <p:cNvPr id="1" name=""/>
        <p:cNvGrpSpPr/>
        <p:nvPr/>
      </p:nvGrpSpPr>
      <p:grpSpPr>
        <a:xfrm>
          <a:off x="0" y="0"/>
          <a:ext cx="0" cy="0"/>
          <a:chOff x="0" y="0"/>
          <a:chExt cx="0" cy="0"/>
        </a:xfrm>
      </p:grpSpPr>
      <p:cxnSp>
        <p:nvCxnSpPr>
          <p:cNvPr id="7" name="Conector recto 6">
            <a:extLst>
              <a:ext uri="{FF2B5EF4-FFF2-40B4-BE49-F238E27FC236}">
                <a16:creationId xmlns:a16="http://schemas.microsoft.com/office/drawing/2014/main" id="{0107B931-214A-9578-5A7A-FDEB9ADB5080}"/>
              </a:ext>
            </a:extLst>
          </p:cNvPr>
          <p:cNvCxnSpPr>
            <a:cxnSpLocks/>
          </p:cNvCxnSpPr>
          <p:nvPr/>
        </p:nvCxnSpPr>
        <p:spPr>
          <a:xfrm>
            <a:off x="3751277" y="2791386"/>
            <a:ext cx="4689446"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3550862" y="1429789"/>
            <a:ext cx="5090277" cy="1196713"/>
          </a:xfrm>
        </p:spPr>
        <p:txBody>
          <a:bodyPr rtlCol="0" anchor="b"/>
          <a:lstStyle>
            <a:lvl1pPr algn="ctr">
              <a:defRPr/>
            </a:lvl1pPr>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3676880" y="2999629"/>
            <a:ext cx="4838241" cy="2195823"/>
          </a:xfrm>
        </p:spPr>
        <p:txBody>
          <a:bodyPr rtlCol="0"/>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625182667"/>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obj" preserve="1">
  <p:cSld name="Contenido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1303089" y="1673352"/>
            <a:ext cx="3360352" cy="2324365"/>
          </a:xfrm>
        </p:spPr>
        <p:txBody>
          <a:bodyPr rtlCol="0" anchor="t"/>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103780" y="1673352"/>
            <a:ext cx="5785132" cy="2918754"/>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45987"/>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15384771"/>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Contenido 4">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560" y="1399734"/>
            <a:ext cx="4136461" cy="2918754"/>
          </a:xfrm>
        </p:spPr>
        <p:txBody>
          <a:bodyPr rtlCol="0" anchor="t"/>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103780" y="1398419"/>
            <a:ext cx="6250020" cy="4114800"/>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22906"/>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0338530"/>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obj" preserve="1">
  <p:cSld name="Contenido 5">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22400" y="694944"/>
            <a:ext cx="3334120" cy="2734056"/>
          </a:xfrm>
        </p:spPr>
        <p:txBody>
          <a:bodyPr rtlCol="0" anchor="t"/>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229100" y="694943"/>
            <a:ext cx="7439421" cy="5486400"/>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267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37984542"/>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obj" preserve="1">
  <p:cSld name="Contenido 6">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22400" y="435785"/>
            <a:ext cx="4268573" cy="2918754"/>
          </a:xfrm>
        </p:spPr>
        <p:txBody>
          <a:bodyPr rtlCol="0" anchor="t"/>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391452" y="743106"/>
            <a:ext cx="6277070" cy="5312987"/>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59F873DB-8FEF-C24C-ECA0-EABFFF560476}"/>
              </a:ext>
            </a:extLst>
          </p:cNvPr>
          <p:cNvCxnSpPr>
            <a:cxnSpLocks/>
          </p:cNvCxnSpPr>
          <p:nvPr/>
        </p:nvCxnSpPr>
        <p:spPr>
          <a:xfrm>
            <a:off x="5486400" y="528489"/>
            <a:ext cx="6172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246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75955513"/>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obj" preserve="1">
  <p:cSld name="Contenido 7">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560" y="433576"/>
            <a:ext cx="3263496" cy="2821439"/>
          </a:xfrm>
        </p:spPr>
        <p:txBody>
          <a:bodyPr rtlCol="0" anchor="t">
            <a:normAutofit/>
          </a:bodyPr>
          <a:lstStyle>
            <a:lvl1pPr>
              <a:defRPr sz="3600"/>
            </a:lvl1pPr>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309946" y="694944"/>
            <a:ext cx="7358769" cy="54864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290E8417-C758-AC09-72D4-D07CE8D5D1EB}"/>
              </a:ext>
            </a:extLst>
          </p:cNvPr>
          <p:cNvCxnSpPr>
            <a:cxnSpLocks/>
          </p:cNvCxnSpPr>
          <p:nvPr/>
        </p:nvCxnSpPr>
        <p:spPr>
          <a:xfrm>
            <a:off x="4347151" y="528489"/>
            <a:ext cx="7326605"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0352" y="63246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46504544"/>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ontenido con image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5993867" y="691867"/>
            <a:ext cx="5664732" cy="1212661"/>
          </a:xfrm>
        </p:spPr>
        <p:txBody>
          <a:bodyPr rtlCol="0"/>
          <a:lstStyle/>
          <a:p>
            <a:pPr rtl="0"/>
            <a:r>
              <a:rPr lang="es"/>
              <a:t>Haga clic para modificar el estilo de título del patrón</a:t>
            </a:r>
            <a:endParaRPr lang="en-US" dirty="0"/>
          </a:p>
        </p:txBody>
      </p:sp>
      <p:sp>
        <p:nvSpPr>
          <p:cNvPr id="34" name="Marcador de posición de imagen 8">
            <a:extLst>
              <a:ext uri="{FF2B5EF4-FFF2-40B4-BE49-F238E27FC236}">
                <a16:creationId xmlns:a16="http://schemas.microsoft.com/office/drawing/2014/main" id="{38FD2E6A-E1F7-36FC-E50F-AD4CE76910EA}"/>
              </a:ext>
            </a:extLst>
          </p:cNvPr>
          <p:cNvSpPr>
            <a:spLocks noGrp="1"/>
          </p:cNvSpPr>
          <p:nvPr>
            <p:ph type="pic" sz="quarter" idx="13" hasCustomPrompt="1"/>
          </p:nvPr>
        </p:nvSpPr>
        <p:spPr>
          <a:xfrm>
            <a:off x="533401" y="533400"/>
            <a:ext cx="4953000" cy="5811928"/>
          </a:xfrm>
          <a:blipFill dpi="0" rotWithShape="1">
            <a:blip r:embed="rId2">
              <a:alphaModFix amt="70000"/>
            </a:blip>
            <a:srcRect/>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993865" y="2007652"/>
            <a:ext cx="5664732" cy="4315319"/>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6058518" y="530352"/>
            <a:ext cx="56000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106151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ontenido con imagen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562" y="691868"/>
            <a:ext cx="5593338" cy="1157316"/>
          </a:xfrm>
        </p:spPr>
        <p:txBody>
          <a:bodyPr rtlCol="0"/>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34928" y="2010699"/>
            <a:ext cx="5577972" cy="4334628"/>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34" name="Marcador de posición de imagen 8">
            <a:extLst>
              <a:ext uri="{FF2B5EF4-FFF2-40B4-BE49-F238E27FC236}">
                <a16:creationId xmlns:a16="http://schemas.microsoft.com/office/drawing/2014/main" id="{38FD2E6A-E1F7-36FC-E50F-AD4CE76910EA}"/>
              </a:ext>
            </a:extLst>
          </p:cNvPr>
          <p:cNvSpPr>
            <a:spLocks noGrp="1"/>
          </p:cNvSpPr>
          <p:nvPr>
            <p:ph type="pic" sz="quarter" idx="13" hasCustomPrompt="1"/>
          </p:nvPr>
        </p:nvSpPr>
        <p:spPr>
          <a:xfrm>
            <a:off x="6553200" y="533400"/>
            <a:ext cx="5105400" cy="5791200"/>
          </a:xfrm>
          <a:blipFill dpi="0" rotWithShape="1">
            <a:blip r:embed="rId2">
              <a:alphaModFix amt="70000"/>
            </a:blip>
            <a:srcRect/>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518028" y="530352"/>
            <a:ext cx="549487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50830011"/>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Contenido con imagen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977971" y="691866"/>
            <a:ext cx="6680630" cy="1217337"/>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7BA63699-2EA2-4B8B-E296-BEF5937412F5}"/>
              </a:ext>
            </a:extLst>
          </p:cNvPr>
          <p:cNvSpPr>
            <a:spLocks noGrp="1"/>
          </p:cNvSpPr>
          <p:nvPr>
            <p:ph type="pic" sz="quarter" idx="13" hasCustomPrompt="1"/>
          </p:nvPr>
        </p:nvSpPr>
        <p:spPr>
          <a:xfrm>
            <a:off x="533400" y="533400"/>
            <a:ext cx="3886200" cy="5811924"/>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977971" y="2010699"/>
            <a:ext cx="6680630" cy="4313902"/>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4984096" y="533400"/>
            <a:ext cx="668063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10714880"/>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tenido con imagen 4">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559" y="691867"/>
            <a:ext cx="6664559" cy="1217340"/>
          </a:xfrm>
        </p:spPr>
        <p:txBody>
          <a:bodyPr rtlCol="0"/>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22217" y="2010699"/>
            <a:ext cx="6661902" cy="4330851"/>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10" name="Marcador de posición de imagen 8">
            <a:extLst>
              <a:ext uri="{FF2B5EF4-FFF2-40B4-BE49-F238E27FC236}">
                <a16:creationId xmlns:a16="http://schemas.microsoft.com/office/drawing/2014/main" id="{7BA63699-2EA2-4B8B-E296-BEF5937412F5}"/>
              </a:ext>
            </a:extLst>
          </p:cNvPr>
          <p:cNvSpPr>
            <a:spLocks noGrp="1"/>
          </p:cNvSpPr>
          <p:nvPr>
            <p:ph type="pic" sz="quarter" idx="13" hasCustomPrompt="1"/>
          </p:nvPr>
        </p:nvSpPr>
        <p:spPr>
          <a:xfrm>
            <a:off x="7620000" y="533400"/>
            <a:ext cx="4038600" cy="5791200"/>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a:xfrm>
            <a:off x="7620000" y="6426091"/>
            <a:ext cx="3553839" cy="365125"/>
          </a:xfrm>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CA3F4131-F439-B360-2C50-DC4ED02C5AF2}"/>
              </a:ext>
            </a:extLst>
          </p:cNvPr>
          <p:cNvCxnSpPr>
            <a:cxnSpLocks/>
          </p:cNvCxnSpPr>
          <p:nvPr/>
        </p:nvCxnSpPr>
        <p:spPr>
          <a:xfrm>
            <a:off x="516418" y="530352"/>
            <a:ext cx="65677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427286"/>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tenido con imagen 5">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7007497" y="691868"/>
            <a:ext cx="4660247" cy="1439210"/>
          </a:xfrm>
        </p:spPr>
        <p:txBody>
          <a:bodyPr rtlCol="0"/>
          <a:lstStyle/>
          <a:p>
            <a:pPr rtl="0"/>
            <a:r>
              <a:rPr lang="es"/>
              <a:t>Haga clic para modificar el estilo de título del patrón</a:t>
            </a:r>
            <a:endParaRPr lang="en-US" dirty="0"/>
          </a:p>
        </p:txBody>
      </p:sp>
      <p:sp>
        <p:nvSpPr>
          <p:cNvPr id="9" name="Marcador de posición de imagen 8">
            <a:extLst>
              <a:ext uri="{FF2B5EF4-FFF2-40B4-BE49-F238E27FC236}">
                <a16:creationId xmlns:a16="http://schemas.microsoft.com/office/drawing/2014/main" id="{57807F9F-79B5-ED92-41CC-A1D1A8D03E35}"/>
              </a:ext>
            </a:extLst>
          </p:cNvPr>
          <p:cNvSpPr>
            <a:spLocks noGrp="1"/>
          </p:cNvSpPr>
          <p:nvPr>
            <p:ph type="pic" sz="quarter" idx="13" hasCustomPrompt="1"/>
          </p:nvPr>
        </p:nvSpPr>
        <p:spPr>
          <a:xfrm>
            <a:off x="533400" y="533399"/>
            <a:ext cx="6029286" cy="5791201"/>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7007497" y="2211184"/>
            <a:ext cx="4660247" cy="4113415"/>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7095744" y="530921"/>
            <a:ext cx="4562856"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274000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Contenido con imagen 6">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376" y="691868"/>
            <a:ext cx="4577602" cy="1439210"/>
          </a:xfrm>
        </p:spPr>
        <p:txBody>
          <a:bodyPr rtlCol="0"/>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19376" y="2211185"/>
            <a:ext cx="4577602" cy="3954946"/>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9" name="Marcador de posición de imagen 8">
            <a:extLst>
              <a:ext uri="{FF2B5EF4-FFF2-40B4-BE49-F238E27FC236}">
                <a16:creationId xmlns:a16="http://schemas.microsoft.com/office/drawing/2014/main" id="{57807F9F-79B5-ED92-41CC-A1D1A8D03E35}"/>
              </a:ext>
            </a:extLst>
          </p:cNvPr>
          <p:cNvSpPr>
            <a:spLocks noGrp="1"/>
          </p:cNvSpPr>
          <p:nvPr>
            <p:ph type="pic" sz="quarter" idx="13" hasCustomPrompt="1"/>
          </p:nvPr>
        </p:nvSpPr>
        <p:spPr>
          <a:xfrm>
            <a:off x="5486400" y="533399"/>
            <a:ext cx="6172200" cy="5791201"/>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516418" y="530352"/>
            <a:ext cx="44365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28928982"/>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ntenido con imagen 7">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8029814" y="512011"/>
            <a:ext cx="3628786" cy="1259920"/>
          </a:xfrm>
        </p:spPr>
        <p:txBody>
          <a:bodyPr rtlCol="0" anchor="b"/>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9A161C3-930A-50CE-D3B8-C1429E6F2422}"/>
              </a:ext>
            </a:extLst>
          </p:cNvPr>
          <p:cNvSpPr>
            <a:spLocks noGrp="1"/>
          </p:cNvSpPr>
          <p:nvPr>
            <p:ph type="pic" sz="quarter" idx="13" hasCustomPrompt="1"/>
          </p:nvPr>
        </p:nvSpPr>
        <p:spPr>
          <a:xfrm>
            <a:off x="533400" y="533399"/>
            <a:ext cx="7086600" cy="5791199"/>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8043065" y="2170611"/>
            <a:ext cx="3628786" cy="4162372"/>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a:xfrm>
            <a:off x="8029813" y="6426091"/>
            <a:ext cx="3144025" cy="365125"/>
          </a:xfrm>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789C51D6-8120-DE83-0A77-B4C479640664}"/>
              </a:ext>
            </a:extLst>
          </p:cNvPr>
          <p:cNvCxnSpPr>
            <a:cxnSpLocks/>
          </p:cNvCxnSpPr>
          <p:nvPr/>
        </p:nvCxnSpPr>
        <p:spPr>
          <a:xfrm>
            <a:off x="8153400" y="1892587"/>
            <a:ext cx="350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0975204"/>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tenido con imagen 8">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848555" y="512011"/>
            <a:ext cx="6792069" cy="1259920"/>
          </a:xfrm>
        </p:spPr>
        <p:txBody>
          <a:bodyPr rtlCol="0" anchor="b"/>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9A161C3-930A-50CE-D3B8-C1429E6F2422}"/>
              </a:ext>
            </a:extLst>
          </p:cNvPr>
          <p:cNvSpPr>
            <a:spLocks noGrp="1"/>
          </p:cNvSpPr>
          <p:nvPr>
            <p:ph type="pic" sz="quarter" idx="13" hasCustomPrompt="1"/>
          </p:nvPr>
        </p:nvSpPr>
        <p:spPr>
          <a:xfrm>
            <a:off x="533400" y="533399"/>
            <a:ext cx="3886200" cy="5791201"/>
          </a:xfrm>
          <a:blipFill dpi="0" rotWithShape="1">
            <a:blip r:embed="rId2">
              <a:alphaModFix amt="70000"/>
            </a:blip>
            <a:srcRect/>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a:xfrm>
            <a:off x="434857" y="6426091"/>
            <a:ext cx="4137143" cy="365125"/>
          </a:xfrm>
        </p:spPr>
        <p:txBody>
          <a:bodyPr rtlCol="0"/>
          <a:lstStyle/>
          <a:p>
            <a:pPr rtl="0"/>
            <a:r>
              <a:rPr lang="es-ES"/>
              <a:t>Texto de ejemplo para el pie de página</a:t>
            </a:r>
            <a:endParaRPr lang="es"/>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848555" y="2148840"/>
            <a:ext cx="6792069" cy="4162372"/>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789C51D6-8120-DE83-0A77-B4C479640664}"/>
              </a:ext>
            </a:extLst>
          </p:cNvPr>
          <p:cNvCxnSpPr>
            <a:cxnSpLocks/>
          </p:cNvCxnSpPr>
          <p:nvPr/>
        </p:nvCxnSpPr>
        <p:spPr>
          <a:xfrm>
            <a:off x="4953000" y="1892587"/>
            <a:ext cx="67056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5443081"/>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tenido con imagen 9">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8621935" y="691867"/>
            <a:ext cx="3052570" cy="2011680"/>
          </a:xfrm>
        </p:spPr>
        <p:txBody>
          <a:bodyPr rtlCol="0"/>
          <a:lstStyle/>
          <a:p>
            <a:pPr rtl="0"/>
            <a:r>
              <a:rPr lang="es"/>
              <a:t>Haga clic para modificar el estilo de título del patrón</a:t>
            </a:r>
            <a:endParaRPr lang="en-US" dirty="0"/>
          </a:p>
        </p:txBody>
      </p:sp>
      <p:sp>
        <p:nvSpPr>
          <p:cNvPr id="14" name="Marcador de posición de imagen 8">
            <a:extLst>
              <a:ext uri="{FF2B5EF4-FFF2-40B4-BE49-F238E27FC236}">
                <a16:creationId xmlns:a16="http://schemas.microsoft.com/office/drawing/2014/main" id="{6BC46AA6-BED0-04C6-38E0-12160144CC38}"/>
              </a:ext>
            </a:extLst>
          </p:cNvPr>
          <p:cNvSpPr>
            <a:spLocks noGrp="1"/>
          </p:cNvSpPr>
          <p:nvPr>
            <p:ph type="pic" sz="quarter" idx="13" hasCustomPrompt="1"/>
          </p:nvPr>
        </p:nvSpPr>
        <p:spPr>
          <a:xfrm>
            <a:off x="533399" y="533400"/>
            <a:ext cx="7667626" cy="5788757"/>
          </a:xfrm>
          <a:blipFill>
            <a:blip r:embed="rId2">
              <a:alphaModFix amt="70000"/>
            </a:blip>
            <a:stretch>
              <a:fillRect/>
            </a:stretch>
          </a:blipFill>
          <a:effectLst>
            <a:outerShdw blurRad="203200" dist="12700" dir="7800000" algn="r" rotWithShape="0">
              <a:prstClr val="black">
                <a:alpha val="10000"/>
              </a:prstClr>
            </a:outerShdw>
          </a:effectLst>
        </p:spPr>
        <p:txBody>
          <a:bodyPr vert="horz" lIns="91440" tIns="45720" rIns="91440" bIns="45720" rtlCol="0">
            <a:normAutofit/>
          </a:bodyPr>
          <a:lstStyle>
            <a:lvl1pPr marL="0" indent="0">
              <a:buNone/>
              <a:defRPr lang="en-US"/>
            </a:lvl1pPr>
          </a:lstStyle>
          <a:p>
            <a:pPr lvl="0"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8621935" y="2889848"/>
            <a:ext cx="3052570" cy="3434752"/>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18" name="Marcador de pie de página 17">
            <a:extLst>
              <a:ext uri="{FF2B5EF4-FFF2-40B4-BE49-F238E27FC236}">
                <a16:creationId xmlns:a16="http://schemas.microsoft.com/office/drawing/2014/main" id="{5C6323EE-3C7E-2716-8BD0-C89545F04FC6}"/>
              </a:ext>
            </a:extLst>
          </p:cNvPr>
          <p:cNvSpPr>
            <a:spLocks noGrp="1"/>
          </p:cNvSpPr>
          <p:nvPr>
            <p:ph type="ftr" sz="quarter" idx="15"/>
          </p:nvPr>
        </p:nvSpPr>
        <p:spPr/>
        <p:txBody>
          <a:bodyPr rtlCol="0"/>
          <a:lstStyle/>
          <a:p>
            <a:pPr rtl="0"/>
            <a:r>
              <a:rPr lang="es-ES"/>
              <a:t>Texto de ejemplo para el pie de página</a:t>
            </a:r>
            <a:endParaRPr lang="es"/>
          </a:p>
        </p:txBody>
      </p:sp>
      <p:sp>
        <p:nvSpPr>
          <p:cNvPr id="17" name="Marcador de fecha 16">
            <a:extLst>
              <a:ext uri="{FF2B5EF4-FFF2-40B4-BE49-F238E27FC236}">
                <a16:creationId xmlns:a16="http://schemas.microsoft.com/office/drawing/2014/main" id="{F01E841F-9F6D-0E74-84D5-4BA2AF78F5C2}"/>
              </a:ext>
            </a:extLst>
          </p:cNvPr>
          <p:cNvSpPr>
            <a:spLocks noGrp="1"/>
          </p:cNvSpPr>
          <p:nvPr>
            <p:ph type="dt" sz="half" idx="14"/>
          </p:nvPr>
        </p:nvSpPr>
        <p:spPr/>
        <p:txBody>
          <a:bodyPr rtlCol="0"/>
          <a:lstStyle/>
          <a:p>
            <a:pPr rtl="0"/>
            <a:r>
              <a:rPr lang="es-ES"/>
              <a:t>4/8/2025</a:t>
            </a:r>
            <a:endParaRPr lang="en-US"/>
          </a:p>
        </p:txBody>
      </p:sp>
      <p:sp>
        <p:nvSpPr>
          <p:cNvPr id="19" name="Marcador de número de diapositiva 18">
            <a:extLst>
              <a:ext uri="{FF2B5EF4-FFF2-40B4-BE49-F238E27FC236}">
                <a16:creationId xmlns:a16="http://schemas.microsoft.com/office/drawing/2014/main" id="{ACE2DCFD-EFAB-71DF-776D-014822C0ABEC}"/>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2CFBB608-C785-A34D-1B6D-96361A676495}"/>
              </a:ext>
            </a:extLst>
          </p:cNvPr>
          <p:cNvCxnSpPr>
            <a:cxnSpLocks/>
          </p:cNvCxnSpPr>
          <p:nvPr/>
        </p:nvCxnSpPr>
        <p:spPr>
          <a:xfrm>
            <a:off x="8727541" y="533400"/>
            <a:ext cx="293106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1929570"/>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Contenido con imagen 10">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22401" y="691866"/>
            <a:ext cx="3448141" cy="2247273"/>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C4C6F3D6-B9C8-D66A-B29A-CE5D5FBDE500}"/>
              </a:ext>
            </a:extLst>
          </p:cNvPr>
          <p:cNvSpPr>
            <a:spLocks noGrp="1"/>
          </p:cNvSpPr>
          <p:nvPr>
            <p:ph type="pic" sz="quarter" idx="13" hasCustomPrompt="1"/>
          </p:nvPr>
        </p:nvSpPr>
        <p:spPr>
          <a:xfrm>
            <a:off x="4419600" y="530353"/>
            <a:ext cx="7239000" cy="4019112"/>
          </a:xfrm>
          <a:blipFill>
            <a:blip r:embed="rId2">
              <a:alphaModFix amt="70000"/>
            </a:blip>
            <a:stretch>
              <a:fillRect/>
            </a:stretch>
          </a:blipFill>
          <a:effectLst>
            <a:outerShdw blurRad="190500" dir="144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405470" y="4735286"/>
            <a:ext cx="7239000" cy="1424879"/>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4A0C081E-1CAD-8E64-5453-4CC21A0A90FD}"/>
              </a:ext>
            </a:extLst>
          </p:cNvPr>
          <p:cNvCxnSpPr>
            <a:cxnSpLocks/>
          </p:cNvCxnSpPr>
          <p:nvPr/>
        </p:nvCxnSpPr>
        <p:spPr>
          <a:xfrm>
            <a:off x="530274" y="530352"/>
            <a:ext cx="3354124"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3400" y="6326367"/>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39408069"/>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Contenido con imagen 11">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756" y="691866"/>
            <a:ext cx="3540062" cy="2247273"/>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C4C6F3D6-B9C8-D66A-B29A-CE5D5FBDE500}"/>
              </a:ext>
            </a:extLst>
          </p:cNvPr>
          <p:cNvSpPr>
            <a:spLocks noGrp="1"/>
          </p:cNvSpPr>
          <p:nvPr>
            <p:ph type="pic" sz="quarter" idx="13" hasCustomPrompt="1"/>
          </p:nvPr>
        </p:nvSpPr>
        <p:spPr>
          <a:xfrm>
            <a:off x="4419600" y="533400"/>
            <a:ext cx="7239000" cy="3157452"/>
          </a:xfrm>
          <a:blipFill>
            <a:blip r:embed="rId2">
              <a:alphaModFix amt="70000"/>
            </a:blip>
            <a:stretch>
              <a:fillRect/>
            </a:stretch>
          </a:blipFill>
          <a:effectLst>
            <a:outerShdw blurRad="190500" dir="144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419600" y="3933645"/>
            <a:ext cx="7261323" cy="2382111"/>
          </a:xfrm>
        </p:spPr>
        <p:txBody>
          <a:bodyPr rtlCol="0"/>
          <a:lstStyle>
            <a:lvl1pPr marL="0" indent="0">
              <a:buFont typeface="Arial" panose="020B0604020202020204" pitchFamily="34" charset="0"/>
              <a:buNone/>
              <a:defRPr/>
            </a:lvl1pPr>
            <a:lvl2pPr marL="457200" indent="0">
              <a:buFont typeface="Arial" panose="020B0604020202020204" pitchFamily="34" charset="0"/>
              <a:buNone/>
              <a:defRPr/>
            </a:lvl2pPr>
            <a:lvl3pPr marL="914400" indent="0">
              <a:buFont typeface="Arial" panose="020B0604020202020204" pitchFamily="34" charset="0"/>
              <a:buNone/>
              <a:defRPr/>
            </a:lvl3pPr>
            <a:lvl4pPr marL="1371600" indent="0">
              <a:buFont typeface="Arial" panose="020B0604020202020204" pitchFamily="34" charset="0"/>
              <a:buNone/>
              <a:defRPr/>
            </a:lvl4pPr>
            <a:lvl5pPr marL="1828800" indent="0">
              <a:buFont typeface="Arial" panose="020B0604020202020204" pitchFamily="34" charse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4A0C081E-1CAD-8E64-5453-4CC21A0A90FD}"/>
              </a:ext>
            </a:extLst>
          </p:cNvPr>
          <p:cNvCxnSpPr>
            <a:cxnSpLocks/>
          </p:cNvCxnSpPr>
          <p:nvPr/>
        </p:nvCxnSpPr>
        <p:spPr>
          <a:xfrm>
            <a:off x="533400" y="530352"/>
            <a:ext cx="33528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3400" y="6324542"/>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31" name="Conector recto 30">
            <a:extLst>
              <a:ext uri="{FF2B5EF4-FFF2-40B4-BE49-F238E27FC236}">
                <a16:creationId xmlns:a16="http://schemas.microsoft.com/office/drawing/2014/main" id="{FF4D8D45-8224-ED36-94DF-FAE863F412D1}"/>
              </a:ext>
            </a:extLst>
          </p:cNvPr>
          <p:cNvCxnSpPr>
            <a:cxnSpLocks/>
          </p:cNvCxnSpPr>
          <p:nvPr/>
        </p:nvCxnSpPr>
        <p:spPr>
          <a:xfrm>
            <a:off x="5013762" y="1892587"/>
            <a:ext cx="6544099"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20980465"/>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Contenido con imagen 1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22399" y="4829695"/>
            <a:ext cx="4289051" cy="1413164"/>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1FFBA57-7EFE-2CC4-EE45-5F1F633C1A71}"/>
              </a:ext>
            </a:extLst>
          </p:cNvPr>
          <p:cNvSpPr>
            <a:spLocks noGrp="1"/>
          </p:cNvSpPr>
          <p:nvPr>
            <p:ph type="pic" sz="quarter" idx="13" hasCustomPrompt="1"/>
          </p:nvPr>
        </p:nvSpPr>
        <p:spPr>
          <a:xfrm>
            <a:off x="533400" y="533400"/>
            <a:ext cx="11125200" cy="4013885"/>
          </a:xfrm>
          <a:blipFill>
            <a:blip r:embed="rId2">
              <a:alphaModFix amt="70000"/>
            </a:blip>
            <a:stretch>
              <a:fillRect/>
            </a:stretch>
          </a:blipFill>
          <a:effectLst>
            <a:outerShdw blurRad="177800" dir="14400000" sx="98000" sy="98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a:xfrm>
            <a:off x="434857" y="6426091"/>
            <a:ext cx="4289051" cy="365125"/>
          </a:xfrm>
        </p:spPr>
        <p:txBody>
          <a:bodyPr rtlCol="0"/>
          <a:lstStyle/>
          <a:p>
            <a:pPr rtl="0"/>
            <a:r>
              <a:rPr lang="es-ES"/>
              <a:t>Texto de ejemplo para el pie de página</a:t>
            </a:r>
            <a:endParaRPr lang="es"/>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5103779" y="4829695"/>
            <a:ext cx="6554822" cy="1529541"/>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2375034269"/>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Contenido con imagen 1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100" y="3910560"/>
            <a:ext cx="3472256" cy="2017604"/>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1FFBA57-7EFE-2CC4-EE45-5F1F633C1A71}"/>
              </a:ext>
            </a:extLst>
          </p:cNvPr>
          <p:cNvSpPr>
            <a:spLocks noGrp="1"/>
          </p:cNvSpPr>
          <p:nvPr>
            <p:ph type="pic" sz="quarter" idx="13" hasCustomPrompt="1"/>
          </p:nvPr>
        </p:nvSpPr>
        <p:spPr>
          <a:xfrm>
            <a:off x="533399" y="533400"/>
            <a:ext cx="11125201" cy="3109082"/>
          </a:xfrm>
          <a:blipFill>
            <a:blip r:embed="rId2">
              <a:alphaModFix amt="70000"/>
            </a:blip>
            <a:stretch>
              <a:fillRect/>
            </a:stretch>
          </a:blipFill>
          <a:effectLst>
            <a:outerShdw blurRad="177800" dir="14400000" sx="98000" sy="98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419600" y="3912655"/>
            <a:ext cx="7239000" cy="2407394"/>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2074481162"/>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Contenido con imagen 14">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099" y="700185"/>
            <a:ext cx="3473587" cy="1815364"/>
          </a:xfrm>
        </p:spPr>
        <p:txBody>
          <a:bodyPr rtlCol="0"/>
          <a:lstStyle/>
          <a:p>
            <a:pPr rtl="0"/>
            <a:r>
              <a:rPr lang="es"/>
              <a:t>Haga clic para modificar el estilo de título del patrón</a:t>
            </a:r>
            <a:endParaRPr lang="en-US" dirty="0"/>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419601" y="702280"/>
            <a:ext cx="7239000" cy="2240920"/>
          </a:xfrm>
        </p:spPr>
        <p:txBody>
          <a:bodyPr rtlCol="0"/>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10" name="Marcador de posición de imagen 8">
            <a:extLst>
              <a:ext uri="{FF2B5EF4-FFF2-40B4-BE49-F238E27FC236}">
                <a16:creationId xmlns:a16="http://schemas.microsoft.com/office/drawing/2014/main" id="{21FFBA57-7EFE-2CC4-EE45-5F1F633C1A71}"/>
              </a:ext>
            </a:extLst>
          </p:cNvPr>
          <p:cNvSpPr>
            <a:spLocks noGrp="1"/>
          </p:cNvSpPr>
          <p:nvPr>
            <p:ph type="pic" sz="quarter" idx="13" hasCustomPrompt="1"/>
          </p:nvPr>
        </p:nvSpPr>
        <p:spPr>
          <a:xfrm>
            <a:off x="533400" y="3205927"/>
            <a:ext cx="11125200" cy="3118670"/>
          </a:xfrm>
          <a:blipFill>
            <a:blip r:embed="rId2">
              <a:alphaModFix amt="70000"/>
            </a:blip>
            <a:stretch>
              <a:fillRect/>
            </a:stretch>
          </a:blipFill>
          <a:effectLst>
            <a:outerShdw blurRad="177800" dir="14400000" sx="97000" sy="97000" algn="r" rotWithShape="0">
              <a:prstClr val="black">
                <a:alpha val="10000"/>
              </a:prstClr>
            </a:outerShdw>
          </a:effectLst>
        </p:spPr>
        <p:txBody>
          <a:bodyPr rtlCol="0"/>
          <a:lstStyle>
            <a:lvl1pPr marL="0" indent="0">
              <a:buNone/>
              <a:defRPr/>
            </a:lvl1pPr>
          </a:lstStyle>
          <a:p>
            <a:pPr rtl="0"/>
            <a:r>
              <a:rPr lang="es"/>
              <a:t> </a:t>
            </a:r>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7A9BF7A8-7F92-8C69-89EE-92496D80C1C2}"/>
              </a:ext>
            </a:extLst>
          </p:cNvPr>
          <p:cNvCxnSpPr>
            <a:cxnSpLocks/>
          </p:cNvCxnSpPr>
          <p:nvPr/>
        </p:nvCxnSpPr>
        <p:spPr>
          <a:xfrm>
            <a:off x="533400" y="533400"/>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29533"/>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Contenido con imagen 15">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100" y="365760"/>
            <a:ext cx="11243982" cy="914400"/>
          </a:xfrm>
        </p:spPr>
        <p:txBody>
          <a:bodyPr rtlCol="0" anchor="b"/>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9A161C3-930A-50CE-D3B8-C1429E6F2422}"/>
              </a:ext>
            </a:extLst>
          </p:cNvPr>
          <p:cNvSpPr>
            <a:spLocks noGrp="1"/>
          </p:cNvSpPr>
          <p:nvPr>
            <p:ph type="pic" sz="quarter" idx="13" hasCustomPrompt="1"/>
          </p:nvPr>
        </p:nvSpPr>
        <p:spPr>
          <a:xfrm>
            <a:off x="530352" y="1720219"/>
            <a:ext cx="6022848" cy="4604382"/>
          </a:xfrm>
          <a:blipFill>
            <a:blip r:embed="rId2">
              <a:alphaModFix amt="70000"/>
            </a:blip>
            <a:stretch>
              <a:fillRect/>
            </a:stretch>
          </a:blipFill>
          <a:effectLst>
            <a:outerShdw blurRad="203200" dist="12700" dir="78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7101260" y="1623629"/>
            <a:ext cx="4557340" cy="4706251"/>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9" name="Marcador de pie de página 8">
            <a:extLst>
              <a:ext uri="{FF2B5EF4-FFF2-40B4-BE49-F238E27FC236}">
                <a16:creationId xmlns:a16="http://schemas.microsoft.com/office/drawing/2014/main" id="{8BAA5E08-9FB8-6BC2-0794-A92E1336B939}"/>
              </a:ext>
            </a:extLst>
          </p:cNvPr>
          <p:cNvSpPr>
            <a:spLocks noGrp="1"/>
          </p:cNvSpPr>
          <p:nvPr>
            <p:ph type="ftr" sz="quarter" idx="15"/>
          </p:nvPr>
        </p:nvSpPr>
        <p:spPr/>
        <p:txBody>
          <a:bodyPr rtlCol="0"/>
          <a:lstStyle/>
          <a:p>
            <a:pPr rtl="0"/>
            <a:r>
              <a:rPr lang="es-ES"/>
              <a:t>Texto de ejemplo para el pie de página</a:t>
            </a:r>
            <a:endParaRPr lang="es"/>
          </a:p>
        </p:txBody>
      </p:sp>
      <p:sp>
        <p:nvSpPr>
          <p:cNvPr id="8" name="Marcador de fecha 7">
            <a:extLst>
              <a:ext uri="{FF2B5EF4-FFF2-40B4-BE49-F238E27FC236}">
                <a16:creationId xmlns:a16="http://schemas.microsoft.com/office/drawing/2014/main" id="{17819C0A-5C58-B9A1-EDD9-43A971A8DE10}"/>
              </a:ext>
            </a:extLst>
          </p:cNvPr>
          <p:cNvSpPr>
            <a:spLocks noGrp="1"/>
          </p:cNvSpPr>
          <p:nvPr>
            <p:ph type="dt" sz="half" idx="14"/>
          </p:nvPr>
        </p:nvSpPr>
        <p:spPr/>
        <p:txBody>
          <a:bodyPr rtlCol="0"/>
          <a:lstStyle/>
          <a:p>
            <a:pPr rtl="0"/>
            <a:r>
              <a:rPr lang="es-ES"/>
              <a:t>4/8/2025</a:t>
            </a:r>
            <a:endParaRPr lang="en-US"/>
          </a:p>
        </p:txBody>
      </p:sp>
      <p:sp>
        <p:nvSpPr>
          <p:cNvPr id="11" name="Marcador de número de diapositiva 10">
            <a:extLst>
              <a:ext uri="{FF2B5EF4-FFF2-40B4-BE49-F238E27FC236}">
                <a16:creationId xmlns:a16="http://schemas.microsoft.com/office/drawing/2014/main" id="{EC8A4CD6-C6D7-317B-80FA-CA83089B05F6}"/>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789C51D6-8120-DE83-0A77-B4C479640664}"/>
              </a:ext>
            </a:extLst>
          </p:cNvPr>
          <p:cNvCxnSpPr>
            <a:cxnSpLocks/>
          </p:cNvCxnSpPr>
          <p:nvPr/>
        </p:nvCxnSpPr>
        <p:spPr>
          <a:xfrm>
            <a:off x="530352" y="1353312"/>
            <a:ext cx="11141874"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9917239"/>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ido con imagen 16">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755" y="691867"/>
            <a:ext cx="4067721" cy="1559555"/>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21FFBA57-7EFE-2CC4-EE45-5F1F633C1A71}"/>
              </a:ext>
            </a:extLst>
          </p:cNvPr>
          <p:cNvSpPr>
            <a:spLocks noGrp="1"/>
          </p:cNvSpPr>
          <p:nvPr>
            <p:ph type="pic" sz="quarter" idx="13" hasCustomPrompt="1"/>
          </p:nvPr>
        </p:nvSpPr>
        <p:spPr>
          <a:xfrm>
            <a:off x="533400" y="2521819"/>
            <a:ext cx="3886200" cy="3802781"/>
          </a:xfrm>
          <a:blipFill>
            <a:blip r:embed="rId2">
              <a:alphaModFix amt="70000"/>
            </a:blip>
            <a:stretch>
              <a:fillRect/>
            </a:stretch>
          </a:blipFill>
          <a:effectLst>
            <a:outerShdw blurRad="190500" dir="144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960685" y="694944"/>
            <a:ext cx="6705600" cy="5629656"/>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97D1377-BC65-5D42-5EC9-BECE6F765322}"/>
              </a:ext>
            </a:extLst>
          </p:cNvPr>
          <p:cNvSpPr>
            <a:spLocks noGrp="1"/>
          </p:cNvSpPr>
          <p:nvPr>
            <p:ph type="ftr" sz="quarter" idx="11"/>
          </p:nvPr>
        </p:nvSpPr>
        <p:spPr>
          <a:xfrm>
            <a:off x="434857" y="6426091"/>
            <a:ext cx="3984743" cy="365125"/>
          </a:xfrm>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EEF9179-12AA-40A3-63A0-84A6ED06611F}"/>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3635041282"/>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ontenido con imagen 17">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7A09BB-8293-7DED-F5BF-8F3DA4B5760B}"/>
              </a:ext>
            </a:extLst>
          </p:cNvPr>
          <p:cNvSpPr>
            <a:spLocks noGrp="1"/>
          </p:cNvSpPr>
          <p:nvPr>
            <p:ph type="title"/>
          </p:nvPr>
        </p:nvSpPr>
        <p:spPr>
          <a:xfrm>
            <a:off x="419100" y="4295957"/>
            <a:ext cx="4000501" cy="1889558"/>
          </a:xfrm>
        </p:spPr>
        <p:txBody>
          <a:bodyPr rtlCol="0"/>
          <a:lstStyle/>
          <a:p>
            <a:pPr rtl="0"/>
            <a:r>
              <a:rPr lang="es"/>
              <a:t>Haga clic para modificar el estilo de título del patrón</a:t>
            </a:r>
            <a:endParaRPr lang="en-US" dirty="0"/>
          </a:p>
        </p:txBody>
      </p:sp>
      <p:sp>
        <p:nvSpPr>
          <p:cNvPr id="10" name="Marcador de posición de imagen 8">
            <a:extLst>
              <a:ext uri="{FF2B5EF4-FFF2-40B4-BE49-F238E27FC236}">
                <a16:creationId xmlns:a16="http://schemas.microsoft.com/office/drawing/2014/main" id="{C4C6F3D6-B9C8-D66A-B29A-CE5D5FBDE500}"/>
              </a:ext>
            </a:extLst>
          </p:cNvPr>
          <p:cNvSpPr>
            <a:spLocks noGrp="1"/>
          </p:cNvSpPr>
          <p:nvPr>
            <p:ph type="pic" sz="quarter" idx="13" hasCustomPrompt="1"/>
          </p:nvPr>
        </p:nvSpPr>
        <p:spPr>
          <a:xfrm>
            <a:off x="533400" y="531891"/>
            <a:ext cx="3886202" cy="3603594"/>
          </a:xfrm>
          <a:blipFill>
            <a:blip r:embed="rId2">
              <a:alphaModFix amt="70000"/>
            </a:blip>
            <a:stretch>
              <a:fillRect/>
            </a:stretch>
          </a:blipFill>
          <a:effectLst>
            <a:outerShdw blurRad="190500" dir="14400000" algn="r" rotWithShape="0">
              <a:prstClr val="black">
                <a:alpha val="10000"/>
              </a:prstClr>
            </a:outerShdw>
          </a:effectLst>
        </p:spPr>
        <p:txBody>
          <a:bodyPr rtlCol="0"/>
          <a:lstStyle>
            <a:lvl1pPr marL="0" indent="0">
              <a:buNone/>
              <a:defRPr/>
            </a:lvl1pPr>
          </a:lstStyle>
          <a:p>
            <a:pPr rtl="0"/>
            <a:r>
              <a:rPr lang="es"/>
              <a:t> </a:t>
            </a:r>
          </a:p>
        </p:txBody>
      </p:sp>
      <p:sp>
        <p:nvSpPr>
          <p:cNvPr id="3" name="Marcador de contenido 2">
            <a:extLst>
              <a:ext uri="{FF2B5EF4-FFF2-40B4-BE49-F238E27FC236}">
                <a16:creationId xmlns:a16="http://schemas.microsoft.com/office/drawing/2014/main" id="{1D0AB536-3625-6C4C-BCE1-4533963FDEC5}"/>
              </a:ext>
            </a:extLst>
          </p:cNvPr>
          <p:cNvSpPr>
            <a:spLocks noGrp="1"/>
          </p:cNvSpPr>
          <p:nvPr>
            <p:ph idx="1"/>
          </p:nvPr>
        </p:nvSpPr>
        <p:spPr>
          <a:xfrm>
            <a:off x="4953001" y="694944"/>
            <a:ext cx="6705599" cy="5506798"/>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11" name="Marcador de pie de página 10">
            <a:extLst>
              <a:ext uri="{FF2B5EF4-FFF2-40B4-BE49-F238E27FC236}">
                <a16:creationId xmlns:a16="http://schemas.microsoft.com/office/drawing/2014/main" id="{2354F31B-6E0C-9ACF-A3B4-2BE5DD2D21D0}"/>
              </a:ext>
            </a:extLst>
          </p:cNvPr>
          <p:cNvSpPr>
            <a:spLocks noGrp="1"/>
          </p:cNvSpPr>
          <p:nvPr>
            <p:ph type="ftr" sz="quarter" idx="15"/>
          </p:nvPr>
        </p:nvSpPr>
        <p:spPr/>
        <p:txBody>
          <a:bodyPr rtlCol="0"/>
          <a:lstStyle/>
          <a:p>
            <a:pPr rtl="0"/>
            <a:r>
              <a:rPr lang="es-ES"/>
              <a:t>Texto de ejemplo para el pie de página</a:t>
            </a:r>
            <a:endParaRPr lang="es"/>
          </a:p>
        </p:txBody>
      </p:sp>
      <p:sp>
        <p:nvSpPr>
          <p:cNvPr id="9" name="Marcador de fecha 8">
            <a:extLst>
              <a:ext uri="{FF2B5EF4-FFF2-40B4-BE49-F238E27FC236}">
                <a16:creationId xmlns:a16="http://schemas.microsoft.com/office/drawing/2014/main" id="{1D4992A1-A620-24C8-73C6-0C53DD6F3868}"/>
              </a:ext>
            </a:extLst>
          </p:cNvPr>
          <p:cNvSpPr>
            <a:spLocks noGrp="1"/>
          </p:cNvSpPr>
          <p:nvPr>
            <p:ph type="dt" sz="half" idx="14"/>
          </p:nvPr>
        </p:nvSpPr>
        <p:spPr/>
        <p:txBody>
          <a:bodyPr rtlCol="0"/>
          <a:lstStyle/>
          <a:p>
            <a:pPr rtl="0"/>
            <a:r>
              <a:rPr lang="es-ES"/>
              <a:t>4/8/2025</a:t>
            </a:r>
            <a:endParaRPr lang="en-US"/>
          </a:p>
        </p:txBody>
      </p:sp>
      <p:sp>
        <p:nvSpPr>
          <p:cNvPr id="12" name="Marcador de número de diapositiva 11">
            <a:extLst>
              <a:ext uri="{FF2B5EF4-FFF2-40B4-BE49-F238E27FC236}">
                <a16:creationId xmlns:a16="http://schemas.microsoft.com/office/drawing/2014/main" id="{F2384E85-ACDE-270D-7478-1B88F47F14A5}"/>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7" name="Conector recto 6">
            <a:extLst>
              <a:ext uri="{FF2B5EF4-FFF2-40B4-BE49-F238E27FC236}">
                <a16:creationId xmlns:a16="http://schemas.microsoft.com/office/drawing/2014/main" id="{A04AB0D3-0312-25C6-7159-3EBA07E82C60}"/>
              </a:ext>
            </a:extLst>
          </p:cNvPr>
          <p:cNvCxnSpPr>
            <a:cxnSpLocks/>
          </p:cNvCxnSpPr>
          <p:nvPr/>
        </p:nvCxnSpPr>
        <p:spPr>
          <a:xfrm>
            <a:off x="4953001" y="531891"/>
            <a:ext cx="6705599"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A04E4891-5C32-2FDE-C242-EDBA3B5D1AC4}"/>
              </a:ext>
            </a:extLst>
          </p:cNvPr>
          <p:cNvCxnSpPr>
            <a:cxnSpLocks/>
          </p:cNvCxnSpPr>
          <p:nvPr/>
        </p:nvCxnSpPr>
        <p:spPr>
          <a:xfrm>
            <a:off x="533399" y="6324600"/>
            <a:ext cx="1112520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91368490"/>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Número grande">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5B8561-D435-07DE-2456-79994CDFB83C}"/>
              </a:ext>
            </a:extLst>
          </p:cNvPr>
          <p:cNvSpPr>
            <a:spLocks noGrp="1"/>
          </p:cNvSpPr>
          <p:nvPr>
            <p:ph type="title" hasCustomPrompt="1"/>
          </p:nvPr>
        </p:nvSpPr>
        <p:spPr>
          <a:xfrm>
            <a:off x="512889" y="5074607"/>
            <a:ext cx="11166223" cy="1068234"/>
          </a:xfrm>
        </p:spPr>
        <p:txBody>
          <a:bodyPr rtlCol="0" anchor="ctr">
            <a:normAutofit/>
          </a:bodyPr>
          <a:lstStyle>
            <a:lvl1pPr algn="ctr">
              <a:defRPr sz="2800">
                <a:solidFill>
                  <a:schemeClr val="tx1"/>
                </a:solidFill>
                <a:latin typeface="+mj-lt"/>
              </a:defRPr>
            </a:lvl1pPr>
          </a:lstStyle>
          <a:p>
            <a:pPr rtl="0"/>
            <a:r>
              <a:rPr lang="es"/>
              <a:t>Haga clic para editar el texto</a:t>
            </a:r>
          </a:p>
        </p:txBody>
      </p:sp>
      <p:sp>
        <p:nvSpPr>
          <p:cNvPr id="7" name="Marcador de contenido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516419" y="495833"/>
            <a:ext cx="11159163" cy="4245996"/>
          </a:xfrm>
        </p:spPr>
        <p:txBody>
          <a:bodyPr rtlCol="0" anchor="ctr">
            <a:normAutofit/>
          </a:bodyPr>
          <a:lstStyle>
            <a:lvl1pPr marL="0" indent="0" algn="ctr">
              <a:lnSpc>
                <a:spcPct val="90000"/>
              </a:lnSpc>
              <a:buNone/>
              <a:defRPr sz="32000" cap="none" baseline="0">
                <a:solidFill>
                  <a:schemeClr val="accent1"/>
                </a:solidFill>
                <a:latin typeface="+mj-lt"/>
              </a:defRPr>
            </a:lvl1pPr>
            <a:lvl2pPr marL="228600" indent="0" algn="ctr">
              <a:lnSpc>
                <a:spcPct val="110000"/>
              </a:lnSpc>
              <a:buNone/>
              <a:defRPr sz="2400" cap="none" baseline="0">
                <a:solidFill>
                  <a:schemeClr val="tx1"/>
                </a:solidFill>
                <a:latin typeface="+mj-lt"/>
              </a:defRPr>
            </a:lvl2pPr>
            <a:lvl3pPr marL="457200" indent="0" algn="ctr">
              <a:lnSpc>
                <a:spcPct val="110000"/>
              </a:lnSpc>
              <a:buNone/>
              <a:defRPr sz="2000" cap="none" baseline="0">
                <a:solidFill>
                  <a:schemeClr val="tx1"/>
                </a:solidFill>
                <a:latin typeface="+mj-lt"/>
              </a:defRPr>
            </a:lvl3pPr>
            <a:lvl4pPr marL="685800" indent="0" algn="ctr">
              <a:lnSpc>
                <a:spcPct val="110000"/>
              </a:lnSpc>
              <a:buNone/>
              <a:defRPr sz="1800" cap="none" baseline="0">
                <a:solidFill>
                  <a:schemeClr val="tx1"/>
                </a:solidFill>
                <a:latin typeface="+mj-lt"/>
              </a:defRPr>
            </a:lvl4pPr>
            <a:lvl5pPr marL="914400" indent="0" algn="ctr">
              <a:lnSpc>
                <a:spcPct val="110000"/>
              </a:lnSpc>
              <a:buNone/>
              <a:defRPr sz="1600" cap="none" baseline="0">
                <a:solidFill>
                  <a:schemeClr val="tx1"/>
                </a:solidFill>
                <a:latin typeface="+mj-lt"/>
              </a:defRPr>
            </a:lvl5pPr>
          </a:lstStyle>
          <a:p>
            <a:pPr lvl="0" rtl="0"/>
            <a:r>
              <a:rPr lang="es"/>
              <a:t>## %</a:t>
            </a:r>
          </a:p>
        </p:txBody>
      </p:sp>
      <p:sp>
        <p:nvSpPr>
          <p:cNvPr id="13" name="Marcador de pie de página 12">
            <a:extLst>
              <a:ext uri="{FF2B5EF4-FFF2-40B4-BE49-F238E27FC236}">
                <a16:creationId xmlns:a16="http://schemas.microsoft.com/office/drawing/2014/main" id="{FADD3D14-222C-BA8A-E4C0-8637820CBAB1}"/>
              </a:ext>
            </a:extLst>
          </p:cNvPr>
          <p:cNvSpPr>
            <a:spLocks noGrp="1"/>
          </p:cNvSpPr>
          <p:nvPr>
            <p:ph type="ftr" sz="quarter" idx="15"/>
          </p:nvPr>
        </p:nvSpPr>
        <p:spPr/>
        <p:txBody>
          <a:bodyPr rtlCol="0"/>
          <a:lstStyle/>
          <a:p>
            <a:pPr rtl="0"/>
            <a:r>
              <a:rPr lang="es-ES"/>
              <a:t>Texto de ejemplo para el pie de página</a:t>
            </a:r>
            <a:endParaRPr lang="es"/>
          </a:p>
        </p:txBody>
      </p:sp>
      <p:sp>
        <p:nvSpPr>
          <p:cNvPr id="12" name="Marcador de fecha 11">
            <a:extLst>
              <a:ext uri="{FF2B5EF4-FFF2-40B4-BE49-F238E27FC236}">
                <a16:creationId xmlns:a16="http://schemas.microsoft.com/office/drawing/2014/main" id="{7FEF00E3-D3E5-F5AF-F035-66A1547A0630}"/>
              </a:ext>
            </a:extLst>
          </p:cNvPr>
          <p:cNvSpPr>
            <a:spLocks noGrp="1"/>
          </p:cNvSpPr>
          <p:nvPr>
            <p:ph type="dt" sz="half" idx="14"/>
          </p:nvPr>
        </p:nvSpPr>
        <p:spPr/>
        <p:txBody>
          <a:bodyPr rtlCol="0"/>
          <a:lstStyle/>
          <a:p>
            <a:pPr rtl="0"/>
            <a:r>
              <a:rPr lang="es-ES"/>
              <a:t>4/8/2025</a:t>
            </a:r>
            <a:endParaRPr lang="en-US"/>
          </a:p>
        </p:txBody>
      </p:sp>
      <p:sp>
        <p:nvSpPr>
          <p:cNvPr id="14" name="Marcador de número de diapositiva 13">
            <a:extLst>
              <a:ext uri="{FF2B5EF4-FFF2-40B4-BE49-F238E27FC236}">
                <a16:creationId xmlns:a16="http://schemas.microsoft.com/office/drawing/2014/main" id="{37222D35-3F63-3753-6F10-57879AFE3C59}"/>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6" name="Conector recto 5">
            <a:extLst>
              <a:ext uri="{FF2B5EF4-FFF2-40B4-BE49-F238E27FC236}">
                <a16:creationId xmlns:a16="http://schemas.microsoft.com/office/drawing/2014/main" id="{96998540-FFAB-625C-C2E6-DC04B074A2C4}"/>
              </a:ext>
            </a:extLst>
          </p:cNvPr>
          <p:cNvCxnSpPr>
            <a:cxnSpLocks/>
          </p:cNvCxnSpPr>
          <p:nvPr/>
        </p:nvCxnSpPr>
        <p:spPr>
          <a:xfrm>
            <a:off x="530352" y="4839664"/>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9FE9B0A1-4C47-68AF-0383-4819E2242D4E}"/>
              </a:ext>
            </a:extLst>
          </p:cNvPr>
          <p:cNvCxnSpPr>
            <a:cxnSpLocks/>
          </p:cNvCxnSpPr>
          <p:nvPr/>
        </p:nvCxnSpPr>
        <p:spPr>
          <a:xfrm>
            <a:off x="530352" y="63246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9660549"/>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Número grande 2">
    <p:bg>
      <p:bgPr>
        <a:solidFill>
          <a:schemeClr val="accent1">
            <a:lumMod val="75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5B8561-D435-07DE-2456-79994CDFB83C}"/>
              </a:ext>
            </a:extLst>
          </p:cNvPr>
          <p:cNvSpPr>
            <a:spLocks noGrp="1"/>
          </p:cNvSpPr>
          <p:nvPr>
            <p:ph type="title" hasCustomPrompt="1"/>
          </p:nvPr>
        </p:nvSpPr>
        <p:spPr>
          <a:xfrm>
            <a:off x="512889" y="5074607"/>
            <a:ext cx="11166223" cy="1068234"/>
          </a:xfrm>
        </p:spPr>
        <p:txBody>
          <a:bodyPr rtlCol="0" anchor="ctr">
            <a:normAutofit/>
          </a:bodyPr>
          <a:lstStyle>
            <a:lvl1pPr algn="ctr">
              <a:defRPr sz="2800">
                <a:solidFill>
                  <a:schemeClr val="tx1"/>
                </a:solidFill>
                <a:latin typeface="+mj-lt"/>
              </a:defRPr>
            </a:lvl1pPr>
          </a:lstStyle>
          <a:p>
            <a:pPr rtl="0"/>
            <a:r>
              <a:rPr lang="es"/>
              <a:t>Haga clic para editar el texto</a:t>
            </a:r>
          </a:p>
        </p:txBody>
      </p:sp>
      <p:sp>
        <p:nvSpPr>
          <p:cNvPr id="7" name="Marcador de contenido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516419" y="684675"/>
            <a:ext cx="11159163" cy="4229674"/>
          </a:xfrm>
        </p:spPr>
        <p:txBody>
          <a:bodyPr rtlCol="0" anchor="ctr">
            <a:normAutofit/>
          </a:bodyPr>
          <a:lstStyle>
            <a:lvl1pPr marL="0" indent="0" algn="ctr">
              <a:lnSpc>
                <a:spcPct val="90000"/>
              </a:lnSpc>
              <a:buNone/>
              <a:defRPr sz="32000" cap="none" baseline="0">
                <a:solidFill>
                  <a:schemeClr val="tx1"/>
                </a:solidFill>
                <a:latin typeface="+mj-lt"/>
              </a:defRPr>
            </a:lvl1pPr>
            <a:lvl2pPr marL="228600" indent="0" algn="ctr">
              <a:lnSpc>
                <a:spcPct val="110000"/>
              </a:lnSpc>
              <a:buNone/>
              <a:defRPr sz="2400" cap="none" baseline="0">
                <a:solidFill>
                  <a:schemeClr val="tx1"/>
                </a:solidFill>
                <a:latin typeface="+mj-lt"/>
              </a:defRPr>
            </a:lvl2pPr>
            <a:lvl3pPr marL="457200" indent="0" algn="ctr">
              <a:lnSpc>
                <a:spcPct val="110000"/>
              </a:lnSpc>
              <a:buNone/>
              <a:defRPr sz="2000" cap="none" baseline="0">
                <a:solidFill>
                  <a:schemeClr val="tx1"/>
                </a:solidFill>
                <a:latin typeface="+mj-lt"/>
              </a:defRPr>
            </a:lvl3pPr>
            <a:lvl4pPr marL="685800" indent="0" algn="ctr">
              <a:lnSpc>
                <a:spcPct val="110000"/>
              </a:lnSpc>
              <a:buNone/>
              <a:defRPr sz="1800" cap="none" baseline="0">
                <a:solidFill>
                  <a:schemeClr val="tx1"/>
                </a:solidFill>
                <a:latin typeface="+mj-lt"/>
              </a:defRPr>
            </a:lvl4pPr>
            <a:lvl5pPr marL="914400" indent="0" algn="ctr">
              <a:lnSpc>
                <a:spcPct val="110000"/>
              </a:lnSpc>
              <a:buNone/>
              <a:defRPr sz="1600" cap="none" baseline="0">
                <a:solidFill>
                  <a:schemeClr val="tx1"/>
                </a:solidFill>
                <a:latin typeface="+mj-lt"/>
              </a:defRPr>
            </a:lvl5pPr>
          </a:lstStyle>
          <a:p>
            <a:pPr lvl="0" rtl="0"/>
            <a:r>
              <a:rPr lang="es"/>
              <a:t>## %</a:t>
            </a:r>
          </a:p>
        </p:txBody>
      </p:sp>
      <p:sp>
        <p:nvSpPr>
          <p:cNvPr id="10" name="Marcador de pie de página 9">
            <a:extLst>
              <a:ext uri="{FF2B5EF4-FFF2-40B4-BE49-F238E27FC236}">
                <a16:creationId xmlns:a16="http://schemas.microsoft.com/office/drawing/2014/main" id="{897B8847-6473-457E-E96C-6389E70595B5}"/>
              </a:ext>
            </a:extLst>
          </p:cNvPr>
          <p:cNvSpPr>
            <a:spLocks noGrp="1"/>
          </p:cNvSpPr>
          <p:nvPr>
            <p:ph type="ftr" sz="quarter" idx="15"/>
          </p:nvPr>
        </p:nvSpPr>
        <p:spPr/>
        <p:txBody>
          <a:bodyPr rtlCol="0"/>
          <a:lstStyle>
            <a:lvl1pPr>
              <a:defRPr>
                <a:solidFill>
                  <a:schemeClr val="tx1"/>
                </a:solidFill>
              </a:defRPr>
            </a:lvl1pPr>
          </a:lstStyle>
          <a:p>
            <a:pPr rtl="0"/>
            <a:r>
              <a:rPr lang="es-ES"/>
              <a:t>Texto de ejemplo para el pie de página</a:t>
            </a:r>
            <a:endParaRPr lang="es"/>
          </a:p>
        </p:txBody>
      </p:sp>
      <p:sp>
        <p:nvSpPr>
          <p:cNvPr id="9" name="Marcador de fecha 8">
            <a:extLst>
              <a:ext uri="{FF2B5EF4-FFF2-40B4-BE49-F238E27FC236}">
                <a16:creationId xmlns:a16="http://schemas.microsoft.com/office/drawing/2014/main" id="{397385FA-3FF0-FCCA-55E3-8E053BA2CA47}"/>
              </a:ext>
            </a:extLst>
          </p:cNvPr>
          <p:cNvSpPr>
            <a:spLocks noGrp="1"/>
          </p:cNvSpPr>
          <p:nvPr>
            <p:ph type="dt" sz="half" idx="14"/>
          </p:nvPr>
        </p:nvSpPr>
        <p:spPr/>
        <p:txBody>
          <a:bodyPr rtlCol="0"/>
          <a:lstStyle>
            <a:lvl1pPr>
              <a:defRPr>
                <a:solidFill>
                  <a:schemeClr val="tx1"/>
                </a:solidFill>
              </a:defRPr>
            </a:lvl1pPr>
          </a:lstStyle>
          <a:p>
            <a:pPr rtl="0"/>
            <a:r>
              <a:rPr lang="es-ES"/>
              <a:t>4/8/2025</a:t>
            </a:r>
            <a:endParaRPr lang="en-US"/>
          </a:p>
        </p:txBody>
      </p:sp>
      <p:sp>
        <p:nvSpPr>
          <p:cNvPr id="11" name="Marcador de número de diapositiva 10">
            <a:extLst>
              <a:ext uri="{FF2B5EF4-FFF2-40B4-BE49-F238E27FC236}">
                <a16:creationId xmlns:a16="http://schemas.microsoft.com/office/drawing/2014/main" id="{E72B5E7B-6D54-E7B9-4307-C655E0BCABB3}"/>
              </a:ext>
            </a:extLst>
          </p:cNvPr>
          <p:cNvSpPr>
            <a:spLocks noGrp="1"/>
          </p:cNvSpPr>
          <p:nvPr>
            <p:ph type="sldNum" sz="quarter" idx="16"/>
          </p:nvPr>
        </p:nvSpPr>
        <p:spPr/>
        <p:txBody>
          <a:bodyPr rtlCol="0"/>
          <a:lstStyle>
            <a:lvl1pPr>
              <a:defRPr>
                <a:solidFill>
                  <a:schemeClr val="tx1"/>
                </a:solidFill>
              </a:defRPr>
            </a:lvl1pPr>
          </a:lstStyle>
          <a:p>
            <a:pPr rtl="0"/>
            <a:fld id="{DD84031F-D6BF-4677-B12E-7D8B88BA70F7}" type="slidenum">
              <a:rPr lang="en-US" smtClean="0"/>
              <a:t>‹Nº›</a:t>
            </a:fld>
            <a:endParaRPr lang="en-US"/>
          </a:p>
        </p:txBody>
      </p:sp>
      <p:cxnSp>
        <p:nvCxnSpPr>
          <p:cNvPr id="6" name="Conector recto 5">
            <a:extLst>
              <a:ext uri="{FF2B5EF4-FFF2-40B4-BE49-F238E27FC236}">
                <a16:creationId xmlns:a16="http://schemas.microsoft.com/office/drawing/2014/main" id="{96998540-FFAB-625C-C2E6-DC04B074A2C4}"/>
              </a:ext>
            </a:extLst>
          </p:cNvPr>
          <p:cNvCxnSpPr>
            <a:cxnSpLocks/>
          </p:cNvCxnSpPr>
          <p:nvPr/>
        </p:nvCxnSpPr>
        <p:spPr>
          <a:xfrm>
            <a:off x="530352" y="4839664"/>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9FE9B0A1-4C47-68AF-0383-4819E2242D4E}"/>
              </a:ext>
            </a:extLst>
          </p:cNvPr>
          <p:cNvCxnSpPr>
            <a:cxnSpLocks/>
          </p:cNvCxnSpPr>
          <p:nvPr/>
        </p:nvCxnSpPr>
        <p:spPr>
          <a:xfrm>
            <a:off x="530352" y="6328597"/>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93314620"/>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Número grande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5B8561-D435-07DE-2456-79994CDFB83C}"/>
              </a:ext>
            </a:extLst>
          </p:cNvPr>
          <p:cNvSpPr>
            <a:spLocks noGrp="1"/>
          </p:cNvSpPr>
          <p:nvPr>
            <p:ph type="title" hasCustomPrompt="1"/>
          </p:nvPr>
        </p:nvSpPr>
        <p:spPr>
          <a:xfrm>
            <a:off x="8371577" y="1673353"/>
            <a:ext cx="3287023" cy="3510898"/>
          </a:xfrm>
        </p:spPr>
        <p:txBody>
          <a:bodyPr vert="horz" lIns="91440" tIns="45720" rIns="91440" bIns="45720" rtlCol="0" anchor="ctr">
            <a:normAutofit/>
          </a:bodyPr>
          <a:lstStyle>
            <a:lvl1pPr>
              <a:lnSpc>
                <a:spcPct val="110000"/>
              </a:lnSpc>
              <a:defRPr lang="en-US" sz="2800" cap="none" baseline="0" dirty="0">
                <a:latin typeface="+mn-lt"/>
              </a:defRPr>
            </a:lvl1pPr>
          </a:lstStyle>
          <a:p>
            <a:pPr lvl="0" rtl="0"/>
            <a:r>
              <a:rPr lang="es"/>
              <a:t>Haga clic para editar el texto</a:t>
            </a:r>
          </a:p>
        </p:txBody>
      </p:sp>
      <p:sp>
        <p:nvSpPr>
          <p:cNvPr id="7" name="Marcador de contenido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365759" y="1328272"/>
            <a:ext cx="7445950" cy="4169651"/>
          </a:xfrm>
        </p:spPr>
        <p:txBody>
          <a:bodyPr rtlCol="0" anchor="ctr">
            <a:normAutofit/>
          </a:bodyPr>
          <a:lstStyle>
            <a:lvl1pPr marL="0" indent="0" algn="ctr">
              <a:lnSpc>
                <a:spcPct val="110000"/>
              </a:lnSpc>
              <a:buNone/>
              <a:defRPr sz="23700" cap="none" baseline="0">
                <a:solidFill>
                  <a:schemeClr val="accent1"/>
                </a:solidFill>
                <a:latin typeface="+mj-lt"/>
              </a:defRPr>
            </a:lvl1pPr>
            <a:lvl2pPr marL="228600" indent="0" algn="l">
              <a:lnSpc>
                <a:spcPct val="110000"/>
              </a:lnSpc>
              <a:buNone/>
              <a:defRPr sz="2400" cap="none" baseline="0">
                <a:solidFill>
                  <a:schemeClr val="bg1"/>
                </a:solidFill>
              </a:defRPr>
            </a:lvl2pPr>
            <a:lvl3pPr marL="457200" indent="0" algn="l">
              <a:lnSpc>
                <a:spcPct val="110000"/>
              </a:lnSpc>
              <a:buNone/>
              <a:defRPr sz="2000" cap="none" baseline="0">
                <a:solidFill>
                  <a:schemeClr val="bg1"/>
                </a:solidFill>
              </a:defRPr>
            </a:lvl3pPr>
            <a:lvl4pPr marL="685800" indent="0" algn="l">
              <a:lnSpc>
                <a:spcPct val="110000"/>
              </a:lnSpc>
              <a:buNone/>
              <a:defRPr sz="1800" cap="none" baseline="0">
                <a:solidFill>
                  <a:schemeClr val="bg1"/>
                </a:solidFill>
              </a:defRPr>
            </a:lvl4pPr>
            <a:lvl5pPr marL="914400" indent="0" algn="l">
              <a:lnSpc>
                <a:spcPct val="110000"/>
              </a:lnSpc>
              <a:buNone/>
              <a:defRPr sz="1600" cap="none" baseline="0">
                <a:solidFill>
                  <a:schemeClr val="bg1"/>
                </a:solidFill>
              </a:defRPr>
            </a:lvl5pPr>
          </a:lstStyle>
          <a:p>
            <a:pPr lvl="0" rtl="0"/>
            <a:r>
              <a:rPr lang="es"/>
              <a:t>## %</a:t>
            </a:r>
          </a:p>
        </p:txBody>
      </p:sp>
      <p:sp>
        <p:nvSpPr>
          <p:cNvPr id="11" name="Marcador de pie de página 10">
            <a:extLst>
              <a:ext uri="{FF2B5EF4-FFF2-40B4-BE49-F238E27FC236}">
                <a16:creationId xmlns:a16="http://schemas.microsoft.com/office/drawing/2014/main" id="{446459C9-E9DA-926C-F0C0-5EEDE6960776}"/>
              </a:ext>
            </a:extLst>
          </p:cNvPr>
          <p:cNvSpPr>
            <a:spLocks noGrp="1"/>
          </p:cNvSpPr>
          <p:nvPr>
            <p:ph type="ftr" sz="quarter" idx="15"/>
          </p:nvPr>
        </p:nvSpPr>
        <p:spPr/>
        <p:txBody>
          <a:bodyPr rtlCol="0"/>
          <a:lstStyle/>
          <a:p>
            <a:pPr rtl="0"/>
            <a:r>
              <a:rPr lang="es-ES"/>
              <a:t>Texto de ejemplo para el pie de página</a:t>
            </a:r>
            <a:endParaRPr lang="es"/>
          </a:p>
        </p:txBody>
      </p:sp>
      <p:sp>
        <p:nvSpPr>
          <p:cNvPr id="8" name="Marcador de fecha 7">
            <a:extLst>
              <a:ext uri="{FF2B5EF4-FFF2-40B4-BE49-F238E27FC236}">
                <a16:creationId xmlns:a16="http://schemas.microsoft.com/office/drawing/2014/main" id="{C1D02E87-8057-8AC7-6F57-2066BA1BC9B7}"/>
              </a:ext>
            </a:extLst>
          </p:cNvPr>
          <p:cNvSpPr>
            <a:spLocks noGrp="1"/>
          </p:cNvSpPr>
          <p:nvPr>
            <p:ph type="dt" sz="half" idx="14"/>
          </p:nvPr>
        </p:nvSpPr>
        <p:spPr/>
        <p:txBody>
          <a:bodyPr rtlCol="0"/>
          <a:lstStyle/>
          <a:p>
            <a:pPr rtl="0"/>
            <a:r>
              <a:rPr lang="es-ES"/>
              <a:t>4/8/2025</a:t>
            </a:r>
            <a:endParaRPr lang="en-US"/>
          </a:p>
        </p:txBody>
      </p:sp>
      <p:sp>
        <p:nvSpPr>
          <p:cNvPr id="12" name="Marcador de número de diapositiva 11">
            <a:extLst>
              <a:ext uri="{FF2B5EF4-FFF2-40B4-BE49-F238E27FC236}">
                <a16:creationId xmlns:a16="http://schemas.microsoft.com/office/drawing/2014/main" id="{52EFA3D8-21DC-0E04-B4E7-4C502496DF9B}"/>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9" name="Conector recto 8">
            <a:extLst>
              <a:ext uri="{FF2B5EF4-FFF2-40B4-BE49-F238E27FC236}">
                <a16:creationId xmlns:a16="http://schemas.microsoft.com/office/drawing/2014/main" id="{2426DA2D-1FAE-447C-839B-22F6F0CB343E}"/>
              </a:ext>
            </a:extLst>
          </p:cNvPr>
          <p:cNvCxnSpPr>
            <a:cxnSpLocks/>
          </p:cNvCxnSpPr>
          <p:nvPr/>
        </p:nvCxnSpPr>
        <p:spPr>
          <a:xfrm>
            <a:off x="516418" y="1198471"/>
            <a:ext cx="111421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29FD6543-37F0-7721-32E4-3B3C905CC66D}"/>
              </a:ext>
            </a:extLst>
          </p:cNvPr>
          <p:cNvCxnSpPr>
            <a:cxnSpLocks/>
          </p:cNvCxnSpPr>
          <p:nvPr/>
        </p:nvCxnSpPr>
        <p:spPr>
          <a:xfrm>
            <a:off x="530352" y="5638290"/>
            <a:ext cx="1114924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32450118"/>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Instrucción">
    <p:bg>
      <p:bgPr>
        <a:solidFill>
          <a:schemeClr val="accent1">
            <a:lumMod val="75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11480" y="722376"/>
            <a:ext cx="10762488" cy="5458968"/>
          </a:xfrm>
        </p:spPr>
        <p:txBody>
          <a:bodyPr vert="horz" lIns="91440" tIns="45720" rIns="91440" bIns="45720" rtlCol="0">
            <a:normAutofit/>
          </a:bodyPr>
          <a:lstStyle>
            <a:lvl1pPr marL="0" indent="0">
              <a:lnSpc>
                <a:spcPct val="90000"/>
              </a:lnSpc>
              <a:buNone/>
              <a:defRPr lang="en-US" sz="7200" cap="all" baseline="0" dirty="0">
                <a:latin typeface="+mj-lt"/>
              </a:defRPr>
            </a:lvl1pPr>
            <a:lvl2pPr marL="457200" indent="0">
              <a:lnSpc>
                <a:spcPct val="90000"/>
              </a:lnSpc>
              <a:buNone/>
              <a:defRPr lang="en-US" sz="6600" cap="all" baseline="0" dirty="0">
                <a:latin typeface="+mj-lt"/>
              </a:defRPr>
            </a:lvl2pPr>
            <a:lvl3pPr marL="914400" indent="0">
              <a:lnSpc>
                <a:spcPct val="90000"/>
              </a:lnSpc>
              <a:buNone/>
              <a:defRPr lang="en-US" sz="6000" cap="all" baseline="0" dirty="0">
                <a:latin typeface="+mj-lt"/>
              </a:defRPr>
            </a:lvl3pPr>
            <a:lvl4pPr marL="1371600" indent="0">
              <a:lnSpc>
                <a:spcPct val="90000"/>
              </a:lnSpc>
              <a:buNone/>
              <a:defRPr lang="en-US" sz="6000" cap="all" baseline="0" dirty="0">
                <a:latin typeface="+mj-lt"/>
              </a:defRPr>
            </a:lvl4pPr>
            <a:lvl5pPr marL="1828800" indent="0">
              <a:lnSpc>
                <a:spcPct val="90000"/>
              </a:lnSpc>
              <a:buNone/>
              <a:defRPr lang="en-US" sz="6000" cap="all" baseline="0" dirty="0">
                <a:latin typeface="+mj-lt"/>
              </a:defRPr>
            </a:lvl5pPr>
          </a:lstStyle>
          <a:p>
            <a:pPr lvl="0" rtl="0"/>
            <a:r>
              <a:rPr lang="es"/>
              <a:t>Haga clic para editar la afirmación</a:t>
            </a:r>
          </a:p>
          <a:p>
            <a:pPr lvl="1" rtl="0"/>
            <a:r>
              <a:rPr lang="es"/>
              <a:t>Segundo nivel</a:t>
            </a:r>
          </a:p>
          <a:p>
            <a:pPr lvl="2" rtl="0"/>
            <a:r>
              <a:rPr lang="es"/>
              <a:t>Tercer nivel</a:t>
            </a:r>
          </a:p>
          <a:p>
            <a:pPr lvl="3" rtl="0"/>
            <a:r>
              <a:rPr lang="es"/>
              <a:t>Cuarto nivel</a:t>
            </a:r>
          </a:p>
          <a:p>
            <a:pPr lvl="4" rtl="0"/>
            <a:r>
              <a:rPr lang="es"/>
              <a:t>Quinto nivel</a:t>
            </a:r>
          </a:p>
        </p:txBody>
      </p:sp>
      <p:sp>
        <p:nvSpPr>
          <p:cNvPr id="10" name="Marcador de pie de página 9">
            <a:extLst>
              <a:ext uri="{FF2B5EF4-FFF2-40B4-BE49-F238E27FC236}">
                <a16:creationId xmlns:a16="http://schemas.microsoft.com/office/drawing/2014/main" id="{B4B05AAB-D167-637A-451A-510AF3173A71}"/>
              </a:ext>
            </a:extLst>
          </p:cNvPr>
          <p:cNvSpPr>
            <a:spLocks noGrp="1"/>
          </p:cNvSpPr>
          <p:nvPr>
            <p:ph type="ftr" sz="quarter" idx="15"/>
          </p:nvPr>
        </p:nvSpPr>
        <p:spPr/>
        <p:txBody>
          <a:bodyPr rtlCol="0"/>
          <a:lstStyle>
            <a:lvl1pPr>
              <a:defRPr>
                <a:solidFill>
                  <a:schemeClr val="tx1"/>
                </a:solidFill>
              </a:defRPr>
            </a:lvl1p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A28B3CFC-5715-1685-A039-A3162E1A6D00}"/>
              </a:ext>
            </a:extLst>
          </p:cNvPr>
          <p:cNvSpPr>
            <a:spLocks noGrp="1"/>
          </p:cNvSpPr>
          <p:nvPr>
            <p:ph type="dt" sz="half" idx="14"/>
          </p:nvPr>
        </p:nvSpPr>
        <p:spPr/>
        <p:txBody>
          <a:bodyPr rtlCol="0"/>
          <a:lstStyle>
            <a:lvl1pPr>
              <a:defRPr>
                <a:solidFill>
                  <a:schemeClr val="tx1"/>
                </a:solidFill>
              </a:defRPr>
            </a:lvl1pPr>
          </a:lstStyle>
          <a:p>
            <a:pPr rtl="0"/>
            <a:r>
              <a:rPr lang="es-ES"/>
              <a:t>4/8/2025</a:t>
            </a:r>
            <a:endParaRPr lang="en-US"/>
          </a:p>
        </p:txBody>
      </p:sp>
      <p:sp>
        <p:nvSpPr>
          <p:cNvPr id="11" name="Marcador de número de diapositiva 10">
            <a:extLst>
              <a:ext uri="{FF2B5EF4-FFF2-40B4-BE49-F238E27FC236}">
                <a16:creationId xmlns:a16="http://schemas.microsoft.com/office/drawing/2014/main" id="{B5256ABD-1750-68C8-B3DD-DDDA3342C7F6}"/>
              </a:ext>
            </a:extLst>
          </p:cNvPr>
          <p:cNvSpPr>
            <a:spLocks noGrp="1"/>
          </p:cNvSpPr>
          <p:nvPr>
            <p:ph type="sldNum" sz="quarter" idx="16"/>
          </p:nvPr>
        </p:nvSpPr>
        <p:spPr/>
        <p:txBody>
          <a:bodyPr rtlCol="0"/>
          <a:lstStyle>
            <a:lvl1pPr>
              <a:defRPr>
                <a:solidFill>
                  <a:schemeClr val="tx1"/>
                </a:solidFill>
              </a:defRPr>
            </a:lvl1pPr>
          </a:lstStyle>
          <a:p>
            <a:pPr rtl="0"/>
            <a:fld id="{DD84031F-D6BF-4677-B12E-7D8B88BA70F7}" type="slidenum">
              <a:rPr lang="en-US" smtClean="0"/>
              <a:pPr rtl="0"/>
              <a:t>‹Nº›</a:t>
            </a:fld>
            <a:endParaRPr lang="en-US"/>
          </a:p>
        </p:txBody>
      </p:sp>
      <p:cxnSp>
        <p:nvCxnSpPr>
          <p:cNvPr id="8" name="Conector recto 7">
            <a:extLst>
              <a:ext uri="{FF2B5EF4-FFF2-40B4-BE49-F238E27FC236}">
                <a16:creationId xmlns:a16="http://schemas.microsoft.com/office/drawing/2014/main" id="{07C0A4E9-267E-8FCC-AB27-70F0E33E2D79}"/>
              </a:ext>
            </a:extLst>
          </p:cNvPr>
          <p:cNvCxnSpPr>
            <a:cxnSpLocks/>
          </p:cNvCxnSpPr>
          <p:nvPr/>
        </p:nvCxnSpPr>
        <p:spPr>
          <a:xfrm>
            <a:off x="530352" y="533400"/>
            <a:ext cx="11128248"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97A1B5A9-A34C-A393-09C0-174C561F5FBF}"/>
              </a:ext>
            </a:extLst>
          </p:cNvPr>
          <p:cNvCxnSpPr>
            <a:cxnSpLocks/>
          </p:cNvCxnSpPr>
          <p:nvPr/>
        </p:nvCxnSpPr>
        <p:spPr>
          <a:xfrm>
            <a:off x="530352" y="6324600"/>
            <a:ext cx="11128248"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5877215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p:cSld name="Instrucción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30415" y="717754"/>
            <a:ext cx="10758791" cy="5458159"/>
          </a:xfrm>
        </p:spPr>
        <p:txBody>
          <a:bodyPr vert="horz" lIns="91440" tIns="45720" rIns="91440" bIns="45720" rtlCol="0" anchor="t">
            <a:normAutofit/>
          </a:bodyPr>
          <a:lstStyle>
            <a:lvl1pPr marL="0" indent="0">
              <a:lnSpc>
                <a:spcPct val="90000"/>
              </a:lnSpc>
              <a:spcBef>
                <a:spcPts val="1000"/>
              </a:spcBef>
              <a:buNone/>
              <a:defRPr lang="en-US" sz="7200" b="0" cap="all" baseline="0" dirty="0">
                <a:solidFill>
                  <a:schemeClr val="accent1"/>
                </a:solidFill>
                <a:latin typeface="+mj-lt"/>
                <a:ea typeface="+mj-ea"/>
                <a:cs typeface="+mj-cs"/>
              </a:defRPr>
            </a:lvl1pPr>
            <a:lvl2pPr marL="457200" indent="0">
              <a:lnSpc>
                <a:spcPct val="90000"/>
              </a:lnSpc>
              <a:spcBef>
                <a:spcPts val="1000"/>
              </a:spcBef>
              <a:buNone/>
              <a:defRPr lang="en-US" sz="6600" b="0" cap="all" baseline="0" dirty="0">
                <a:solidFill>
                  <a:schemeClr val="accent1"/>
                </a:solidFill>
                <a:latin typeface="+mj-lt"/>
              </a:defRPr>
            </a:lvl2pPr>
            <a:lvl3pPr marL="914400" indent="0">
              <a:lnSpc>
                <a:spcPct val="90000"/>
              </a:lnSpc>
              <a:spcBef>
                <a:spcPts val="1000"/>
              </a:spcBef>
              <a:buNone/>
              <a:defRPr lang="en-US" sz="6000" b="0" cap="all" baseline="0" dirty="0">
                <a:solidFill>
                  <a:schemeClr val="accent1"/>
                </a:solidFill>
                <a:latin typeface="+mj-lt"/>
              </a:defRPr>
            </a:lvl3pPr>
            <a:lvl4pPr marL="1371600" indent="0">
              <a:lnSpc>
                <a:spcPct val="90000"/>
              </a:lnSpc>
              <a:spcBef>
                <a:spcPts val="1000"/>
              </a:spcBef>
              <a:buNone/>
              <a:defRPr lang="en-US" sz="6000" b="0" cap="all" baseline="0" dirty="0">
                <a:solidFill>
                  <a:schemeClr val="accent1"/>
                </a:solidFill>
                <a:latin typeface="+mj-lt"/>
              </a:defRPr>
            </a:lvl4pPr>
            <a:lvl5pPr marL="1828800" indent="0">
              <a:lnSpc>
                <a:spcPct val="90000"/>
              </a:lnSpc>
              <a:spcBef>
                <a:spcPts val="1000"/>
              </a:spcBef>
              <a:buNone/>
              <a:defRPr lang="en-US" sz="6000" b="0" cap="all" baseline="0" dirty="0">
                <a:solidFill>
                  <a:schemeClr val="accent1"/>
                </a:solidFill>
                <a:latin typeface="+mj-lt"/>
              </a:defRPr>
            </a:lvl5pPr>
          </a:lstStyle>
          <a:p>
            <a:pPr marL="228600" lvl="0" indent="-228600" rtl="0">
              <a:lnSpc>
                <a:spcPct val="90000"/>
              </a:lnSpc>
              <a:spcBef>
                <a:spcPct val="0"/>
              </a:spcBef>
            </a:pPr>
            <a:r>
              <a:rPr lang="es"/>
              <a:t>Haga clic para editar la afirmación</a:t>
            </a:r>
          </a:p>
          <a:p>
            <a:pPr lvl="1" rtl="0"/>
            <a:r>
              <a:rPr lang="es"/>
              <a:t>Segundo nivel</a:t>
            </a:r>
          </a:p>
          <a:p>
            <a:pPr lvl="2" rtl="0"/>
            <a:r>
              <a:rPr lang="es"/>
              <a:t>Tercer nivel</a:t>
            </a:r>
          </a:p>
          <a:p>
            <a:pPr lvl="3" rtl="0"/>
            <a:r>
              <a:rPr lang="es"/>
              <a:t>Cuarto nivel</a:t>
            </a:r>
          </a:p>
          <a:p>
            <a:pPr lvl="4" rtl="0"/>
            <a:r>
              <a:rPr lang="es"/>
              <a:t>Quinto nivel</a:t>
            </a:r>
          </a:p>
        </p:txBody>
      </p:sp>
      <p:sp>
        <p:nvSpPr>
          <p:cNvPr id="4" name="Marcador de pie de página 3">
            <a:extLst>
              <a:ext uri="{FF2B5EF4-FFF2-40B4-BE49-F238E27FC236}">
                <a16:creationId xmlns:a16="http://schemas.microsoft.com/office/drawing/2014/main" id="{3D56E87B-2252-4382-E6E7-15A81BCC8029}"/>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67F688C7-1128-9027-65E4-A17BBE7DDDF0}"/>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B321C58F-32A5-353B-47A2-C43DAAB8F254}"/>
              </a:ext>
            </a:extLst>
          </p:cNvPr>
          <p:cNvCxnSpPr>
            <a:cxnSpLocks/>
          </p:cNvCxnSpPr>
          <p:nvPr/>
        </p:nvCxnSpPr>
        <p:spPr>
          <a:xfrm>
            <a:off x="530352" y="530352"/>
            <a:ext cx="11128248"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97A1B5A9-A34C-A393-09C0-174C561F5FBF}"/>
              </a:ext>
            </a:extLst>
          </p:cNvPr>
          <p:cNvCxnSpPr>
            <a:cxnSpLocks/>
          </p:cNvCxnSpPr>
          <p:nvPr/>
        </p:nvCxnSpPr>
        <p:spPr>
          <a:xfrm>
            <a:off x="530352" y="6324600"/>
            <a:ext cx="11128248"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9337683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p:cSld name="Instrucción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es"/>
              <a:t>Haga clic para modificar el estilo de título del patrón</a:t>
            </a:r>
            <a:endParaRPr lang="en-US" dirty="0"/>
          </a:p>
        </p:txBody>
      </p:sp>
      <p:sp>
        <p:nvSpPr>
          <p:cNvPr id="7" name="Marcador de conteni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450490" y="1828806"/>
            <a:ext cx="9291020" cy="3132569"/>
          </a:xfrm>
        </p:spPr>
        <p:txBody>
          <a:bodyPr rtlCol="0" anchor="ctr">
            <a:normAutofit/>
          </a:bodyPr>
          <a:lstStyle>
            <a:lvl1pPr marL="0" indent="0" algn="ctr">
              <a:lnSpc>
                <a:spcPct val="100000"/>
              </a:lnSpc>
              <a:buNone/>
              <a:defRPr sz="5400" b="0">
                <a:solidFill>
                  <a:schemeClr val="accent1"/>
                </a:solidFill>
              </a:defRPr>
            </a:lvl1pPr>
            <a:lvl2pPr marL="228600" indent="0" algn="ctr">
              <a:lnSpc>
                <a:spcPct val="100000"/>
              </a:lnSpc>
              <a:buNone/>
              <a:defRPr sz="4800" b="0">
                <a:solidFill>
                  <a:schemeClr val="accent1"/>
                </a:solidFill>
              </a:defRPr>
            </a:lvl2pPr>
            <a:lvl3pPr marL="457200" indent="0" algn="ctr">
              <a:lnSpc>
                <a:spcPct val="100000"/>
              </a:lnSpc>
              <a:buNone/>
              <a:defRPr sz="4400" b="0">
                <a:solidFill>
                  <a:schemeClr val="accent1"/>
                </a:solidFill>
              </a:defRPr>
            </a:lvl3pPr>
            <a:lvl4pPr marL="685800" indent="0" algn="ctr">
              <a:lnSpc>
                <a:spcPct val="100000"/>
              </a:lnSpc>
              <a:buNone/>
              <a:defRPr sz="4000" b="0">
                <a:solidFill>
                  <a:schemeClr val="accent1"/>
                </a:solidFill>
              </a:defRPr>
            </a:lvl4pPr>
            <a:lvl5pPr marL="914400" indent="0" algn="ctr">
              <a:lnSpc>
                <a:spcPct val="100000"/>
              </a:lnSpc>
              <a:buNone/>
              <a:defRPr sz="3600" b="0">
                <a:solidFill>
                  <a:schemeClr val="accent1"/>
                </a:solidFill>
              </a:defRPr>
            </a:lvl5pPr>
          </a:lstStyle>
          <a:p>
            <a:pPr lvl="0" rtl="0"/>
            <a:r>
              <a:rPr lang="es"/>
              <a:t>Haga clic para editar la afirmación</a:t>
            </a:r>
          </a:p>
          <a:p>
            <a:pPr lvl="1" rtl="0"/>
            <a:r>
              <a:rPr lang="es"/>
              <a:t>Segundo nivel</a:t>
            </a:r>
          </a:p>
          <a:p>
            <a:pPr lvl="2" rtl="0"/>
            <a:r>
              <a:rPr lang="es"/>
              <a:t>Tercer nivel</a:t>
            </a:r>
          </a:p>
          <a:p>
            <a:pPr lvl="3" rtl="0"/>
            <a:r>
              <a:rPr lang="es"/>
              <a:t>Cuarto nivel</a:t>
            </a:r>
          </a:p>
          <a:p>
            <a:pPr lvl="4" rtl="0"/>
            <a:r>
              <a:rPr lang="es"/>
              <a:t>Quinto nivel</a:t>
            </a:r>
          </a:p>
        </p:txBody>
      </p:sp>
      <p:sp>
        <p:nvSpPr>
          <p:cNvPr id="4" name="Marcador de pie de página 3">
            <a:extLst>
              <a:ext uri="{FF2B5EF4-FFF2-40B4-BE49-F238E27FC236}">
                <a16:creationId xmlns:a16="http://schemas.microsoft.com/office/drawing/2014/main" id="{3D56E87B-2252-4382-E6E7-15A81BCC8029}"/>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67F688C7-1128-9027-65E4-A17BBE7DDDF0}"/>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6" name="Conector recto 5">
            <a:extLst>
              <a:ext uri="{FF2B5EF4-FFF2-40B4-BE49-F238E27FC236}">
                <a16:creationId xmlns:a16="http://schemas.microsoft.com/office/drawing/2014/main" id="{99661B65-925C-C474-4671-6B5CBEB80093}"/>
              </a:ext>
            </a:extLst>
          </p:cNvPr>
          <p:cNvCxnSpPr>
            <a:cxnSpLocks/>
          </p:cNvCxnSpPr>
          <p:nvPr/>
        </p:nvCxnSpPr>
        <p:spPr>
          <a:xfrm>
            <a:off x="1405629" y="1164266"/>
            <a:ext cx="938668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59AEB70E-85D7-3389-E0B5-B0953E3D035D}"/>
              </a:ext>
            </a:extLst>
          </p:cNvPr>
          <p:cNvCxnSpPr>
            <a:cxnSpLocks/>
          </p:cNvCxnSpPr>
          <p:nvPr/>
        </p:nvCxnSpPr>
        <p:spPr>
          <a:xfrm>
            <a:off x="1399690" y="5693732"/>
            <a:ext cx="938668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89404662"/>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p:cSld name="Cita">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3F0761-EA67-F7D1-62E4-095EADA262F0}"/>
              </a:ext>
            </a:extLst>
          </p:cNvPr>
          <p:cNvSpPr>
            <a:spLocks noGrp="1"/>
          </p:cNvSpPr>
          <p:nvPr>
            <p:ph type="title" hasCustomPrompt="1"/>
          </p:nvPr>
        </p:nvSpPr>
        <p:spPr>
          <a:xfrm>
            <a:off x="1359764" y="5486400"/>
            <a:ext cx="9472473" cy="939691"/>
          </a:xfrm>
        </p:spPr>
        <p:txBody>
          <a:bodyPr rtlCol="0" anchor="ctr">
            <a:normAutofit/>
          </a:bodyPr>
          <a:lstStyle>
            <a:lvl1pPr marL="137160" indent="-137160" algn="ctr">
              <a:lnSpc>
                <a:spcPct val="100000"/>
              </a:lnSpc>
              <a:defRPr sz="1800" cap="all" baseline="0">
                <a:latin typeface="+mj-lt"/>
              </a:defRPr>
            </a:lvl1pPr>
          </a:lstStyle>
          <a:p>
            <a:pPr rtl="0"/>
            <a:r>
              <a:rPr lang="es"/>
              <a:t>Autor de la cita</a:t>
            </a:r>
          </a:p>
        </p:txBody>
      </p:sp>
      <p:sp>
        <p:nvSpPr>
          <p:cNvPr id="7" name="Marcador de contenido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359761" y="667511"/>
            <a:ext cx="9413534" cy="4010998"/>
          </a:xfrm>
        </p:spPr>
        <p:txBody>
          <a:bodyPr rtlCol="0" anchor="ctr">
            <a:normAutofit/>
          </a:bodyPr>
          <a:lstStyle>
            <a:lvl1pPr marL="0" indent="0" algn="ctr">
              <a:lnSpc>
                <a:spcPct val="100000"/>
              </a:lnSpc>
              <a:buNone/>
              <a:defRPr sz="4400" b="0" cap="none" spc="50" baseline="0">
                <a:solidFill>
                  <a:schemeClr val="accent1"/>
                </a:solidFill>
                <a:latin typeface="+mn-lt"/>
              </a:defRPr>
            </a:lvl1pPr>
            <a:lvl2pPr marL="228600" indent="0" algn="ctr">
              <a:lnSpc>
                <a:spcPct val="100000"/>
              </a:lnSpc>
              <a:buNone/>
              <a:defRPr sz="4000" b="0" cap="none" spc="50" baseline="0">
                <a:solidFill>
                  <a:schemeClr val="accent1"/>
                </a:solidFill>
                <a:latin typeface="+mn-lt"/>
              </a:defRPr>
            </a:lvl2pPr>
            <a:lvl3pPr marL="457200" indent="0" algn="ctr">
              <a:lnSpc>
                <a:spcPct val="100000"/>
              </a:lnSpc>
              <a:buNone/>
              <a:defRPr sz="3600" b="0" cap="none" spc="50" baseline="0">
                <a:solidFill>
                  <a:schemeClr val="accent1"/>
                </a:solidFill>
                <a:latin typeface="+mn-lt"/>
              </a:defRPr>
            </a:lvl3pPr>
            <a:lvl4pPr marL="685800" indent="0" algn="ctr">
              <a:lnSpc>
                <a:spcPct val="100000"/>
              </a:lnSpc>
              <a:buNone/>
              <a:defRPr sz="3200" b="0" cap="none" spc="50" baseline="0">
                <a:solidFill>
                  <a:schemeClr val="accent1"/>
                </a:solidFill>
                <a:latin typeface="+mn-lt"/>
              </a:defRPr>
            </a:lvl4pPr>
            <a:lvl5pPr marL="914400" indent="0" algn="ctr">
              <a:lnSpc>
                <a:spcPct val="100000"/>
              </a:lnSpc>
              <a:buNone/>
              <a:defRPr sz="2800" b="0" cap="none" spc="50" baseline="0">
                <a:solidFill>
                  <a:schemeClr val="accent1"/>
                </a:solidFill>
                <a:latin typeface="+mn-lt"/>
              </a:defRPr>
            </a:lvl5pPr>
          </a:lstStyle>
          <a:p>
            <a:pPr lvl="0" rtl="0"/>
            <a:r>
              <a:rPr lang="es"/>
              <a:t>Haga clic para editar la cita</a:t>
            </a:r>
          </a:p>
        </p:txBody>
      </p:sp>
      <p:sp>
        <p:nvSpPr>
          <p:cNvPr id="9" name="Marcador de pie de página 8">
            <a:extLst>
              <a:ext uri="{FF2B5EF4-FFF2-40B4-BE49-F238E27FC236}">
                <a16:creationId xmlns:a16="http://schemas.microsoft.com/office/drawing/2014/main" id="{468922A5-1A25-C2CB-DB6C-A2CCA7E6E68B}"/>
              </a:ext>
            </a:extLst>
          </p:cNvPr>
          <p:cNvSpPr>
            <a:spLocks noGrp="1"/>
          </p:cNvSpPr>
          <p:nvPr>
            <p:ph type="ftr" sz="quarter" idx="15"/>
          </p:nvPr>
        </p:nvSpPr>
        <p:spPr/>
        <p:txBody>
          <a:bodyPr rtlCol="0"/>
          <a:lstStyle/>
          <a:p>
            <a:pPr rtl="0"/>
            <a:r>
              <a:rPr lang="es-ES"/>
              <a:t>Texto de ejemplo para el pie de página</a:t>
            </a:r>
            <a:endParaRPr lang="es"/>
          </a:p>
        </p:txBody>
      </p:sp>
      <p:sp>
        <p:nvSpPr>
          <p:cNvPr id="8" name="Marcador de fecha 7">
            <a:extLst>
              <a:ext uri="{FF2B5EF4-FFF2-40B4-BE49-F238E27FC236}">
                <a16:creationId xmlns:a16="http://schemas.microsoft.com/office/drawing/2014/main" id="{7AB04756-BB80-4C64-D871-0ADC3A7778F6}"/>
              </a:ext>
            </a:extLst>
          </p:cNvPr>
          <p:cNvSpPr>
            <a:spLocks noGrp="1"/>
          </p:cNvSpPr>
          <p:nvPr>
            <p:ph type="dt" sz="half" idx="14"/>
          </p:nvPr>
        </p:nvSpPr>
        <p:spPr/>
        <p:txBody>
          <a:bodyPr rtlCol="0"/>
          <a:lstStyle/>
          <a:p>
            <a:pPr rtl="0"/>
            <a:r>
              <a:rPr lang="es-ES"/>
              <a:t>4/8/2025</a:t>
            </a:r>
            <a:endParaRPr lang="en-US"/>
          </a:p>
        </p:txBody>
      </p:sp>
      <p:sp>
        <p:nvSpPr>
          <p:cNvPr id="10" name="Marcador de número de diapositiva 9">
            <a:extLst>
              <a:ext uri="{FF2B5EF4-FFF2-40B4-BE49-F238E27FC236}">
                <a16:creationId xmlns:a16="http://schemas.microsoft.com/office/drawing/2014/main" id="{3EF70E65-4C3D-A600-1367-6FBA2FDDE55C}"/>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5" name="Conector recto 4">
            <a:extLst>
              <a:ext uri="{FF2B5EF4-FFF2-40B4-BE49-F238E27FC236}">
                <a16:creationId xmlns:a16="http://schemas.microsoft.com/office/drawing/2014/main" id="{6C95B307-0002-4F55-5801-73F564B37804}"/>
              </a:ext>
            </a:extLst>
          </p:cNvPr>
          <p:cNvCxnSpPr>
            <a:cxnSpLocks/>
          </p:cNvCxnSpPr>
          <p:nvPr/>
        </p:nvCxnSpPr>
        <p:spPr>
          <a:xfrm>
            <a:off x="1399690" y="5178692"/>
            <a:ext cx="9386681"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26142366"/>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p:cSld name="Cita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3F0761-EA67-F7D1-62E4-095EADA262F0}"/>
              </a:ext>
            </a:extLst>
          </p:cNvPr>
          <p:cNvSpPr>
            <a:spLocks noGrp="1"/>
          </p:cNvSpPr>
          <p:nvPr>
            <p:ph type="title" hasCustomPrompt="1"/>
          </p:nvPr>
        </p:nvSpPr>
        <p:spPr>
          <a:xfrm>
            <a:off x="548641" y="5422793"/>
            <a:ext cx="8849802" cy="763321"/>
          </a:xfrm>
        </p:spPr>
        <p:txBody>
          <a:bodyPr rtlCol="0" anchor="t">
            <a:normAutofit/>
          </a:bodyPr>
          <a:lstStyle>
            <a:lvl1pPr marL="0" indent="0">
              <a:lnSpc>
                <a:spcPct val="100000"/>
              </a:lnSpc>
              <a:defRPr sz="2000" cap="all" baseline="0">
                <a:solidFill>
                  <a:schemeClr val="tx1"/>
                </a:solidFill>
                <a:latin typeface="+mj-lt"/>
              </a:defRPr>
            </a:lvl1pPr>
          </a:lstStyle>
          <a:p>
            <a:pPr rtl="0"/>
            <a:r>
              <a:rPr lang="es"/>
              <a:t>Autor de la cita</a:t>
            </a:r>
          </a:p>
        </p:txBody>
      </p:sp>
      <p:sp>
        <p:nvSpPr>
          <p:cNvPr id="7" name="Marcador de contenido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415047" y="364321"/>
            <a:ext cx="8983395" cy="4379976"/>
          </a:xfrm>
        </p:spPr>
        <p:txBody>
          <a:bodyPr rtlCol="0" anchor="t">
            <a:normAutofit/>
          </a:bodyPr>
          <a:lstStyle>
            <a:lvl1pPr marL="137160" indent="-137160">
              <a:lnSpc>
                <a:spcPct val="100000"/>
              </a:lnSpc>
              <a:buNone/>
              <a:defRPr sz="5400" b="0" cap="none" spc="50" baseline="0">
                <a:solidFill>
                  <a:schemeClr val="accent1"/>
                </a:solidFill>
                <a:latin typeface="+mn-lt"/>
              </a:defRPr>
            </a:lvl1pPr>
            <a:lvl2pPr marL="228600" indent="0">
              <a:buNone/>
              <a:defRPr sz="1600" b="0" cap="all" spc="50" baseline="0">
                <a:solidFill>
                  <a:schemeClr val="tx1"/>
                </a:solidFill>
                <a:latin typeface="+mj-lt"/>
              </a:defRPr>
            </a:lvl2pPr>
            <a:lvl3pPr marL="457200" indent="0">
              <a:buNone/>
              <a:defRPr sz="1400" b="0" cap="all" spc="50" baseline="0">
                <a:solidFill>
                  <a:schemeClr val="tx1"/>
                </a:solidFill>
                <a:latin typeface="+mj-lt"/>
              </a:defRPr>
            </a:lvl3pPr>
            <a:lvl4pPr marL="685800" indent="0">
              <a:buNone/>
              <a:defRPr sz="1200" b="0" cap="all" spc="50" baseline="0">
                <a:solidFill>
                  <a:schemeClr val="tx1"/>
                </a:solidFill>
                <a:latin typeface="+mj-lt"/>
              </a:defRPr>
            </a:lvl4pPr>
            <a:lvl5pPr marL="914400" indent="0">
              <a:buNone/>
              <a:defRPr sz="1100" b="0" cap="all" spc="50" baseline="0">
                <a:solidFill>
                  <a:schemeClr val="tx1"/>
                </a:solidFill>
                <a:latin typeface="+mj-lt"/>
              </a:defRPr>
            </a:lvl5pPr>
          </a:lstStyle>
          <a:p>
            <a:pPr lvl="0" rtl="0"/>
            <a:r>
              <a:rPr lang="es"/>
              <a:t>Haga clic para editar la cita</a:t>
            </a:r>
          </a:p>
        </p:txBody>
      </p:sp>
      <p:sp>
        <p:nvSpPr>
          <p:cNvPr id="11" name="Marcador de pie de página 10">
            <a:extLst>
              <a:ext uri="{FF2B5EF4-FFF2-40B4-BE49-F238E27FC236}">
                <a16:creationId xmlns:a16="http://schemas.microsoft.com/office/drawing/2014/main" id="{BB573913-DF3D-A336-7766-2F2A4077FA24}"/>
              </a:ext>
            </a:extLst>
          </p:cNvPr>
          <p:cNvSpPr>
            <a:spLocks noGrp="1"/>
          </p:cNvSpPr>
          <p:nvPr>
            <p:ph type="ftr" sz="quarter" idx="15"/>
          </p:nvPr>
        </p:nvSpPr>
        <p:spPr/>
        <p:txBody>
          <a:bodyPr rtlCol="0"/>
          <a:lstStyle/>
          <a:p>
            <a:pPr rtl="0"/>
            <a:r>
              <a:rPr lang="es-ES"/>
              <a:t>Texto de ejemplo para el pie de página</a:t>
            </a:r>
            <a:endParaRPr lang="es"/>
          </a:p>
        </p:txBody>
      </p:sp>
      <p:sp>
        <p:nvSpPr>
          <p:cNvPr id="10" name="Marcador de fecha 9">
            <a:extLst>
              <a:ext uri="{FF2B5EF4-FFF2-40B4-BE49-F238E27FC236}">
                <a16:creationId xmlns:a16="http://schemas.microsoft.com/office/drawing/2014/main" id="{82574524-6D35-F65F-291D-C661BC2839A9}"/>
              </a:ext>
            </a:extLst>
          </p:cNvPr>
          <p:cNvSpPr>
            <a:spLocks noGrp="1"/>
          </p:cNvSpPr>
          <p:nvPr>
            <p:ph type="dt" sz="half" idx="14"/>
          </p:nvPr>
        </p:nvSpPr>
        <p:spPr/>
        <p:txBody>
          <a:bodyPr rtlCol="0"/>
          <a:lstStyle/>
          <a:p>
            <a:pPr rtl="0"/>
            <a:r>
              <a:rPr lang="es-ES"/>
              <a:t>4/8/2025</a:t>
            </a:r>
            <a:endParaRPr lang="en-US"/>
          </a:p>
        </p:txBody>
      </p:sp>
      <p:sp>
        <p:nvSpPr>
          <p:cNvPr id="12" name="Marcador de número de diapositiva 11">
            <a:extLst>
              <a:ext uri="{FF2B5EF4-FFF2-40B4-BE49-F238E27FC236}">
                <a16:creationId xmlns:a16="http://schemas.microsoft.com/office/drawing/2014/main" id="{551DEE08-81D7-3436-67E0-35E4159750B3}"/>
              </a:ext>
            </a:extLst>
          </p:cNvPr>
          <p:cNvSpPr>
            <a:spLocks noGrp="1"/>
          </p:cNvSpPr>
          <p:nvPr>
            <p:ph type="sldNum" sz="quarter" idx="16"/>
          </p:nvPr>
        </p:nvSpPr>
        <p:spPr/>
        <p:txBody>
          <a:bodyPr rtlCol="0"/>
          <a:lstStyle/>
          <a:p>
            <a:pPr rtl="0"/>
            <a:fld id="{DD84031F-D6BF-4677-B12E-7D8B88BA70F7}" type="slidenum">
              <a:rPr lang="en-US" smtClean="0"/>
              <a:t>‹Nº›</a:t>
            </a:fld>
            <a:endParaRPr lang="en-US"/>
          </a:p>
        </p:txBody>
      </p:sp>
      <p:cxnSp>
        <p:nvCxnSpPr>
          <p:cNvPr id="6" name="Conector recto 5">
            <a:extLst>
              <a:ext uri="{FF2B5EF4-FFF2-40B4-BE49-F238E27FC236}">
                <a16:creationId xmlns:a16="http://schemas.microsoft.com/office/drawing/2014/main" id="{1A1234A2-3E92-F2E2-45A7-60E39396715E}"/>
              </a:ext>
            </a:extLst>
          </p:cNvPr>
          <p:cNvCxnSpPr>
            <a:cxnSpLocks/>
          </p:cNvCxnSpPr>
          <p:nvPr/>
        </p:nvCxnSpPr>
        <p:spPr>
          <a:xfrm>
            <a:off x="530352" y="5184424"/>
            <a:ext cx="111421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8" name="Conector recto 7">
            <a:extLst>
              <a:ext uri="{FF2B5EF4-FFF2-40B4-BE49-F238E27FC236}">
                <a16:creationId xmlns:a16="http://schemas.microsoft.com/office/drawing/2014/main" id="{51A2847D-BCD1-DEA8-DC65-258A4946768E}"/>
              </a:ext>
            </a:extLst>
          </p:cNvPr>
          <p:cNvCxnSpPr>
            <a:cxnSpLocks/>
          </p:cNvCxnSpPr>
          <p:nvPr/>
        </p:nvCxnSpPr>
        <p:spPr>
          <a:xfrm>
            <a:off x="530352" y="6326367"/>
            <a:ext cx="1115568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9263403"/>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p:cSld name="Cita 3">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3F0761-EA67-F7D1-62E4-095EADA262F0}"/>
              </a:ext>
            </a:extLst>
          </p:cNvPr>
          <p:cNvSpPr>
            <a:spLocks noGrp="1"/>
          </p:cNvSpPr>
          <p:nvPr>
            <p:ph type="title" hasCustomPrompt="1"/>
          </p:nvPr>
        </p:nvSpPr>
        <p:spPr>
          <a:xfrm>
            <a:off x="930302" y="5345083"/>
            <a:ext cx="10243537" cy="847899"/>
          </a:xfrm>
        </p:spPr>
        <p:txBody>
          <a:bodyPr rtlCol="0" anchor="ctr">
            <a:normAutofit/>
          </a:bodyPr>
          <a:lstStyle>
            <a:lvl1pPr marL="137160" indent="-137160" algn="ctr">
              <a:lnSpc>
                <a:spcPct val="110000"/>
              </a:lnSpc>
              <a:defRPr sz="1800" cap="none" baseline="0">
                <a:solidFill>
                  <a:schemeClr val="accent1"/>
                </a:solidFill>
                <a:latin typeface="+mn-lt"/>
              </a:defRPr>
            </a:lvl1pPr>
          </a:lstStyle>
          <a:p>
            <a:pPr rtl="0"/>
            <a:r>
              <a:rPr lang="es"/>
              <a:t>Autor de la cita</a:t>
            </a:r>
          </a:p>
        </p:txBody>
      </p:sp>
      <p:sp>
        <p:nvSpPr>
          <p:cNvPr id="7" name="Marcador de contenido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930303" y="951364"/>
            <a:ext cx="10243536" cy="3794370"/>
          </a:xfrm>
        </p:spPr>
        <p:txBody>
          <a:bodyPr rtlCol="0" anchor="ctr">
            <a:normAutofit/>
          </a:bodyPr>
          <a:lstStyle>
            <a:lvl1pPr marL="0" indent="0" algn="ctr">
              <a:buNone/>
              <a:defRPr sz="4400" b="0" cap="all" spc="50" baseline="0">
                <a:solidFill>
                  <a:schemeClr val="tx1"/>
                </a:solidFill>
                <a:latin typeface="+mj-lt"/>
              </a:defRPr>
            </a:lvl1pPr>
            <a:lvl2pPr marL="228600" indent="0">
              <a:buNone/>
              <a:defRPr sz="4400" b="0" cap="all" spc="50" baseline="0">
                <a:solidFill>
                  <a:schemeClr val="accent1"/>
                </a:solidFill>
                <a:latin typeface="+mj-lt"/>
              </a:defRPr>
            </a:lvl2pPr>
            <a:lvl3pPr marL="457200" indent="0">
              <a:buNone/>
              <a:defRPr sz="4400" b="0" cap="all" spc="50" baseline="0">
                <a:solidFill>
                  <a:schemeClr val="accent1"/>
                </a:solidFill>
                <a:latin typeface="+mj-lt"/>
              </a:defRPr>
            </a:lvl3pPr>
            <a:lvl4pPr marL="685800" indent="0">
              <a:buNone/>
              <a:defRPr sz="4400" b="0" cap="all" spc="50" baseline="0">
                <a:solidFill>
                  <a:schemeClr val="accent1"/>
                </a:solidFill>
                <a:latin typeface="+mj-lt"/>
              </a:defRPr>
            </a:lvl4pPr>
            <a:lvl5pPr marL="914400" indent="0">
              <a:buNone/>
              <a:defRPr sz="4400" b="0" cap="all" spc="50" baseline="0">
                <a:solidFill>
                  <a:schemeClr val="accent1"/>
                </a:solidFill>
                <a:latin typeface="+mj-lt"/>
              </a:defRPr>
            </a:lvl5pPr>
          </a:lstStyle>
          <a:p>
            <a:pPr lvl="0" rtl="0"/>
            <a:r>
              <a:rPr lang="es"/>
              <a:t>Haga clic para editar la cita</a:t>
            </a:r>
          </a:p>
        </p:txBody>
      </p:sp>
      <p:sp>
        <p:nvSpPr>
          <p:cNvPr id="4" name="Marcador de pie de página 3">
            <a:extLst>
              <a:ext uri="{FF2B5EF4-FFF2-40B4-BE49-F238E27FC236}">
                <a16:creationId xmlns:a16="http://schemas.microsoft.com/office/drawing/2014/main" id="{B54C2DF4-76B6-1299-74E1-66F403C01A3C}"/>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49A78CD0-57A9-DB86-E3A3-40628E6D68B7}"/>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8" name="Conector recto 7">
            <a:extLst>
              <a:ext uri="{FF2B5EF4-FFF2-40B4-BE49-F238E27FC236}">
                <a16:creationId xmlns:a16="http://schemas.microsoft.com/office/drawing/2014/main" id="{56050A9D-B7C5-F464-79AD-0740B311B072}"/>
              </a:ext>
            </a:extLst>
          </p:cNvPr>
          <p:cNvCxnSpPr>
            <a:cxnSpLocks/>
          </p:cNvCxnSpPr>
          <p:nvPr/>
        </p:nvCxnSpPr>
        <p:spPr>
          <a:xfrm>
            <a:off x="524909" y="533400"/>
            <a:ext cx="111421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6" name="Conector recto 5">
            <a:extLst>
              <a:ext uri="{FF2B5EF4-FFF2-40B4-BE49-F238E27FC236}">
                <a16:creationId xmlns:a16="http://schemas.microsoft.com/office/drawing/2014/main" id="{1A1234A2-3E92-F2E2-45A7-60E39396715E}"/>
              </a:ext>
            </a:extLst>
          </p:cNvPr>
          <p:cNvCxnSpPr>
            <a:cxnSpLocks/>
          </p:cNvCxnSpPr>
          <p:nvPr/>
        </p:nvCxnSpPr>
        <p:spPr>
          <a:xfrm>
            <a:off x="516418" y="5184424"/>
            <a:ext cx="11142182"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0F8BEE7C-4A94-0B15-16EB-46B45E9C057E}"/>
              </a:ext>
            </a:extLst>
          </p:cNvPr>
          <p:cNvCxnSpPr>
            <a:cxnSpLocks/>
          </p:cNvCxnSpPr>
          <p:nvPr/>
        </p:nvCxnSpPr>
        <p:spPr>
          <a:xfrm>
            <a:off x="507928" y="6324600"/>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51206489"/>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p:cSld name="Cita 4">
    <p:bg>
      <p:bgPr>
        <a:solidFill>
          <a:schemeClr val="accent1">
            <a:lumMod val="75000"/>
          </a:schemeClr>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3F0761-EA67-F7D1-62E4-095EADA262F0}"/>
              </a:ext>
            </a:extLst>
          </p:cNvPr>
          <p:cNvSpPr>
            <a:spLocks noGrp="1"/>
          </p:cNvSpPr>
          <p:nvPr>
            <p:ph type="title" hasCustomPrompt="1"/>
          </p:nvPr>
        </p:nvSpPr>
        <p:spPr>
          <a:xfrm>
            <a:off x="1359764" y="5430743"/>
            <a:ext cx="9472473" cy="704081"/>
          </a:xfrm>
        </p:spPr>
        <p:txBody>
          <a:bodyPr rtlCol="0" anchor="ctr">
            <a:normAutofit/>
          </a:bodyPr>
          <a:lstStyle>
            <a:lvl1pPr marL="137160" indent="-137160" algn="ctr">
              <a:lnSpc>
                <a:spcPct val="100000"/>
              </a:lnSpc>
              <a:defRPr sz="1800" cap="all" baseline="0">
                <a:solidFill>
                  <a:schemeClr val="tx1"/>
                </a:solidFill>
                <a:latin typeface="+mj-lt"/>
              </a:defRPr>
            </a:lvl1pPr>
          </a:lstStyle>
          <a:p>
            <a:pPr rtl="0"/>
            <a:r>
              <a:rPr lang="es"/>
              <a:t>Autor de la cita</a:t>
            </a:r>
          </a:p>
        </p:txBody>
      </p:sp>
      <p:sp>
        <p:nvSpPr>
          <p:cNvPr id="7" name="Marcador de contenido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359761" y="1081377"/>
            <a:ext cx="9413534" cy="3597131"/>
          </a:xfrm>
        </p:spPr>
        <p:txBody>
          <a:bodyPr rtlCol="0" anchor="ctr">
            <a:normAutofit/>
          </a:bodyPr>
          <a:lstStyle>
            <a:lvl1pPr marL="0" indent="0" algn="ctr">
              <a:lnSpc>
                <a:spcPct val="100000"/>
              </a:lnSpc>
              <a:buNone/>
              <a:defRPr sz="4400" b="0" cap="none" spc="50" baseline="0">
                <a:solidFill>
                  <a:schemeClr val="tx1"/>
                </a:solidFill>
                <a:latin typeface="+mn-lt"/>
              </a:defRPr>
            </a:lvl1pPr>
            <a:lvl2pPr marL="228600" indent="0" algn="ctr">
              <a:lnSpc>
                <a:spcPct val="100000"/>
              </a:lnSpc>
              <a:buNone/>
              <a:defRPr sz="4000" b="0" cap="none" spc="50" baseline="0">
                <a:solidFill>
                  <a:schemeClr val="accent1"/>
                </a:solidFill>
                <a:latin typeface="+mn-lt"/>
              </a:defRPr>
            </a:lvl2pPr>
            <a:lvl3pPr marL="457200" indent="0" algn="ctr">
              <a:lnSpc>
                <a:spcPct val="100000"/>
              </a:lnSpc>
              <a:buNone/>
              <a:defRPr sz="3600" b="0" cap="none" spc="50" baseline="0">
                <a:solidFill>
                  <a:schemeClr val="accent1"/>
                </a:solidFill>
                <a:latin typeface="+mn-lt"/>
              </a:defRPr>
            </a:lvl3pPr>
            <a:lvl4pPr marL="685800" indent="0" algn="ctr">
              <a:lnSpc>
                <a:spcPct val="100000"/>
              </a:lnSpc>
              <a:buNone/>
              <a:defRPr sz="3200" b="0" cap="none" spc="50" baseline="0">
                <a:solidFill>
                  <a:schemeClr val="accent1"/>
                </a:solidFill>
                <a:latin typeface="+mn-lt"/>
              </a:defRPr>
            </a:lvl4pPr>
            <a:lvl5pPr marL="914400" indent="0" algn="ctr">
              <a:lnSpc>
                <a:spcPct val="100000"/>
              </a:lnSpc>
              <a:buNone/>
              <a:defRPr sz="2800" b="0" cap="none" spc="50" baseline="0">
                <a:solidFill>
                  <a:schemeClr val="accent1"/>
                </a:solidFill>
                <a:latin typeface="+mn-lt"/>
              </a:defRPr>
            </a:lvl5pPr>
          </a:lstStyle>
          <a:p>
            <a:pPr lvl="0" rtl="0"/>
            <a:r>
              <a:rPr lang="es"/>
              <a:t>Haga clic para editar la cita</a:t>
            </a:r>
          </a:p>
        </p:txBody>
      </p:sp>
      <p:sp>
        <p:nvSpPr>
          <p:cNvPr id="4" name="Marcador de pie de página 3">
            <a:extLst>
              <a:ext uri="{FF2B5EF4-FFF2-40B4-BE49-F238E27FC236}">
                <a16:creationId xmlns:a16="http://schemas.microsoft.com/office/drawing/2014/main" id="{B54C2DF4-76B6-1299-74E1-66F403C01A3C}"/>
              </a:ext>
            </a:extLst>
          </p:cNvPr>
          <p:cNvSpPr>
            <a:spLocks noGrp="1"/>
          </p:cNvSpPr>
          <p:nvPr>
            <p:ph type="ftr" sz="quarter" idx="11"/>
          </p:nvPr>
        </p:nvSpPr>
        <p:spPr/>
        <p:txBody>
          <a:bodyPr rtlCol="0"/>
          <a:lstStyle>
            <a:lvl1pPr>
              <a:defRPr>
                <a:solidFill>
                  <a:schemeClr val="tx1"/>
                </a:solidFill>
              </a:defRPr>
            </a:lvl1pPr>
          </a:lstStyle>
          <a:p>
            <a:pPr rtl="0"/>
            <a:r>
              <a:rPr lang="es"/>
              <a:t>Texto de ejemplo para el pie de página</a:t>
            </a:r>
          </a:p>
        </p:txBody>
      </p:sp>
      <p:sp>
        <p:nvSpPr>
          <p:cNvPr id="3" name="Marcador de fecha 2">
            <a:extLst>
              <a:ext uri="{FF2B5EF4-FFF2-40B4-BE49-F238E27FC236}">
                <a16:creationId xmlns:a16="http://schemas.microsoft.com/office/drawing/2014/main" id="{49A78CD0-57A9-DB86-E3A3-40628E6D68B7}"/>
              </a:ext>
            </a:extLst>
          </p:cNvPr>
          <p:cNvSpPr>
            <a:spLocks noGrp="1"/>
          </p:cNvSpPr>
          <p:nvPr>
            <p:ph type="dt" sz="half" idx="10"/>
          </p:nvPr>
        </p:nvSpPr>
        <p:spPr/>
        <p:txBody>
          <a:bodyPr rtlCol="0"/>
          <a:lstStyle>
            <a:lvl1pPr>
              <a:defRPr>
                <a:solidFill>
                  <a:schemeClr val="tx1"/>
                </a:solidFill>
              </a:defRPr>
            </a:lvl1pPr>
          </a:lstStyle>
          <a:p>
            <a:pPr rtl="0"/>
            <a:r>
              <a:rPr lang="es-ES"/>
              <a:t>4/8/2025</a:t>
            </a:r>
            <a:endParaRPr lang="en-US"/>
          </a:p>
        </p:txBody>
      </p:sp>
      <p:sp>
        <p:nvSpPr>
          <p:cNvPr id="5" name="Marcador de número de diapositiva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rtlCol="0"/>
          <a:lstStyle>
            <a:lvl1pPr>
              <a:defRPr>
                <a:solidFill>
                  <a:schemeClr val="tx1"/>
                </a:solidFill>
              </a:defRPr>
            </a:lvl1pPr>
          </a:lstStyle>
          <a:p>
            <a:pPr rtl="0"/>
            <a:fld id="{DD84031F-D6BF-4677-B12E-7D8B88BA70F7}" type="slidenum">
              <a:rPr lang="en-US" smtClean="0"/>
              <a:t>‹Nº›</a:t>
            </a:fld>
            <a:endParaRPr lang="en-US"/>
          </a:p>
        </p:txBody>
      </p:sp>
      <p:cxnSp>
        <p:nvCxnSpPr>
          <p:cNvPr id="10" name="Conector recto 9">
            <a:extLst>
              <a:ext uri="{FF2B5EF4-FFF2-40B4-BE49-F238E27FC236}">
                <a16:creationId xmlns:a16="http://schemas.microsoft.com/office/drawing/2014/main" id="{3FD77A43-F5D0-235F-35F0-CBDFCF048764}"/>
              </a:ext>
            </a:extLst>
          </p:cNvPr>
          <p:cNvCxnSpPr>
            <a:cxnSpLocks/>
          </p:cNvCxnSpPr>
          <p:nvPr/>
        </p:nvCxnSpPr>
        <p:spPr>
          <a:xfrm>
            <a:off x="530352" y="530352"/>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D4577989-BB5F-9AF1-A65F-3B2D0FDB6368}"/>
              </a:ext>
            </a:extLst>
          </p:cNvPr>
          <p:cNvCxnSpPr>
            <a:cxnSpLocks/>
          </p:cNvCxnSpPr>
          <p:nvPr/>
        </p:nvCxnSpPr>
        <p:spPr>
          <a:xfrm>
            <a:off x="530352" y="5180630"/>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066E7AB-929A-6900-35D9-F1C66399874C}"/>
              </a:ext>
            </a:extLst>
          </p:cNvPr>
          <p:cNvCxnSpPr>
            <a:cxnSpLocks/>
          </p:cNvCxnSpPr>
          <p:nvPr/>
        </p:nvCxnSpPr>
        <p:spPr>
          <a:xfrm>
            <a:off x="530352" y="6324600"/>
            <a:ext cx="1115916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79272331"/>
      </p:ext>
    </p:extLst>
  </p:cSld>
  <p:clrMapOvr>
    <a:overrideClrMapping bg1="dk1" tx1="lt1" bg2="dk2" tx2="lt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p:cSld name="Dos contenidos">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34958D-8125-1BDA-53C9-9E2D338832F5}"/>
              </a:ext>
            </a:extLst>
          </p:cNvPr>
          <p:cNvSpPr>
            <a:spLocks noGrp="1"/>
          </p:cNvSpPr>
          <p:nvPr>
            <p:ph type="title"/>
          </p:nvPr>
        </p:nvSpPr>
        <p:spPr>
          <a:xfrm>
            <a:off x="419100" y="365760"/>
            <a:ext cx="11239498" cy="914400"/>
          </a:xfrm>
        </p:spPr>
        <p:txBody>
          <a:bodyPr rtlCol="0" anchor="b"/>
          <a:lstStyle/>
          <a:p>
            <a:pPr rtl="0"/>
            <a:r>
              <a:rPr lang="es"/>
              <a:t>Haga clic para modificar el estilo de título del patrón</a:t>
            </a:r>
            <a:endParaRPr lang="en-US" dirty="0"/>
          </a:p>
        </p:txBody>
      </p:sp>
      <p:sp>
        <p:nvSpPr>
          <p:cNvPr id="4" name="Marcador de contenido 3">
            <a:extLst>
              <a:ext uri="{FF2B5EF4-FFF2-40B4-BE49-F238E27FC236}">
                <a16:creationId xmlns:a16="http://schemas.microsoft.com/office/drawing/2014/main" id="{5FB8DBCC-227D-BB0A-7CD5-02D66CF18745}"/>
              </a:ext>
            </a:extLst>
          </p:cNvPr>
          <p:cNvSpPr>
            <a:spLocks noGrp="1"/>
          </p:cNvSpPr>
          <p:nvPr>
            <p:ph sz="quarter" idx="15"/>
          </p:nvPr>
        </p:nvSpPr>
        <p:spPr>
          <a:xfrm>
            <a:off x="419100" y="1714500"/>
            <a:ext cx="5305425" cy="4389438"/>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6" name="Marcador de contenido 5">
            <a:extLst>
              <a:ext uri="{FF2B5EF4-FFF2-40B4-BE49-F238E27FC236}">
                <a16:creationId xmlns:a16="http://schemas.microsoft.com/office/drawing/2014/main" id="{0DBB7E01-A7E6-1882-4E9B-8EABAF71F969}"/>
              </a:ext>
            </a:extLst>
          </p:cNvPr>
          <p:cNvSpPr>
            <a:spLocks noGrp="1"/>
          </p:cNvSpPr>
          <p:nvPr>
            <p:ph sz="quarter" idx="16"/>
          </p:nvPr>
        </p:nvSpPr>
        <p:spPr>
          <a:xfrm>
            <a:off x="6345936" y="1719072"/>
            <a:ext cx="5321808" cy="4390545"/>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8" name="Marcador de pie de página 7">
            <a:extLst>
              <a:ext uri="{FF2B5EF4-FFF2-40B4-BE49-F238E27FC236}">
                <a16:creationId xmlns:a16="http://schemas.microsoft.com/office/drawing/2014/main" id="{7D294A4A-89C4-68BF-6701-5C47F940E3D6}"/>
              </a:ext>
            </a:extLst>
          </p:cNvPr>
          <p:cNvSpPr>
            <a:spLocks noGrp="1"/>
          </p:cNvSpPr>
          <p:nvPr>
            <p:ph type="ftr" sz="quarter" idx="11"/>
          </p:nvPr>
        </p:nvSpPr>
        <p:spPr/>
        <p:txBody>
          <a:bodyPr rtlCol="0"/>
          <a:lstStyle/>
          <a:p>
            <a:pPr rtl="0"/>
            <a:r>
              <a:rPr lang="es-ES"/>
              <a:t>Texto de ejemplo para el pie de página</a:t>
            </a:r>
            <a:endParaRPr lang="es"/>
          </a:p>
        </p:txBody>
      </p:sp>
      <p:sp>
        <p:nvSpPr>
          <p:cNvPr id="7" name="Marcador de fecha 6">
            <a:extLst>
              <a:ext uri="{FF2B5EF4-FFF2-40B4-BE49-F238E27FC236}">
                <a16:creationId xmlns:a16="http://schemas.microsoft.com/office/drawing/2014/main" id="{977908BC-F48B-81E4-8D93-7DB9E37161B6}"/>
              </a:ext>
            </a:extLst>
          </p:cNvPr>
          <p:cNvSpPr>
            <a:spLocks noGrp="1"/>
          </p:cNvSpPr>
          <p:nvPr>
            <p:ph type="dt" sz="half" idx="10"/>
          </p:nvPr>
        </p:nvSpPr>
        <p:spPr/>
        <p:txBody>
          <a:bodyPr rtlCol="0"/>
          <a:lstStyle/>
          <a:p>
            <a:pPr rtl="0"/>
            <a:r>
              <a:rPr lang="es-ES"/>
              <a:t>4/8/2025</a:t>
            </a:r>
            <a:endParaRPr lang="en-US"/>
          </a:p>
        </p:txBody>
      </p:sp>
      <p:sp>
        <p:nvSpPr>
          <p:cNvPr id="9" name="Marcador de número de diapositiva 8">
            <a:extLst>
              <a:ext uri="{FF2B5EF4-FFF2-40B4-BE49-F238E27FC236}">
                <a16:creationId xmlns:a16="http://schemas.microsoft.com/office/drawing/2014/main" id="{27F93A54-CB38-BEAF-260B-84EDDF3011D2}"/>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11" name="Conector recto 10">
            <a:extLst>
              <a:ext uri="{FF2B5EF4-FFF2-40B4-BE49-F238E27FC236}">
                <a16:creationId xmlns:a16="http://schemas.microsoft.com/office/drawing/2014/main" id="{A90608C5-C55C-14AC-C8E9-7F0530018CE5}"/>
              </a:ext>
            </a:extLst>
          </p:cNvPr>
          <p:cNvCxnSpPr>
            <a:cxnSpLocks/>
          </p:cNvCxnSpPr>
          <p:nvPr/>
        </p:nvCxnSpPr>
        <p:spPr>
          <a:xfrm>
            <a:off x="533400" y="1357303"/>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23650965"/>
      </p:ext>
    </p:extLst>
  </p:cSld>
  <p:clrMapOvr>
    <a:overrideClrMapping bg1="lt1" tx1="dk1" bg2="lt2" tx2="dk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Comparació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34958D-8125-1BDA-53C9-9E2D338832F5}"/>
              </a:ext>
            </a:extLst>
          </p:cNvPr>
          <p:cNvSpPr>
            <a:spLocks noGrp="1"/>
          </p:cNvSpPr>
          <p:nvPr>
            <p:ph type="title"/>
          </p:nvPr>
        </p:nvSpPr>
        <p:spPr>
          <a:xfrm>
            <a:off x="402335" y="365760"/>
            <a:ext cx="11256264" cy="914400"/>
          </a:xfrm>
        </p:spPr>
        <p:txBody>
          <a:bodyPr rtlCol="0" anchor="b"/>
          <a:lstStyle/>
          <a:p>
            <a:pPr rtl="0"/>
            <a:r>
              <a:rPr lang="es"/>
              <a:t>Haga clic para modificar el estilo de título del patrón</a:t>
            </a:r>
            <a:endParaRPr lang="en-US" dirty="0"/>
          </a:p>
        </p:txBody>
      </p:sp>
      <p:sp>
        <p:nvSpPr>
          <p:cNvPr id="3" name="Marcador de texto 2">
            <a:extLst>
              <a:ext uri="{FF2B5EF4-FFF2-40B4-BE49-F238E27FC236}">
                <a16:creationId xmlns:a16="http://schemas.microsoft.com/office/drawing/2014/main" id="{7709FF10-A82A-AAEB-4B8C-921F3BA2028E}"/>
              </a:ext>
            </a:extLst>
          </p:cNvPr>
          <p:cNvSpPr>
            <a:spLocks noGrp="1"/>
          </p:cNvSpPr>
          <p:nvPr>
            <p:ph type="body" idx="1"/>
          </p:nvPr>
        </p:nvSpPr>
        <p:spPr>
          <a:xfrm>
            <a:off x="415048" y="1490472"/>
            <a:ext cx="5321808" cy="642902"/>
          </a:xfrm>
        </p:spPr>
        <p:txBody>
          <a:bodyPr rtlCol="0" anchor="b">
            <a:normAutofit/>
          </a:bodyPr>
          <a:lstStyle>
            <a:lvl1pPr marL="0" indent="0">
              <a:lnSpc>
                <a:spcPct val="100000"/>
              </a:lnSpc>
              <a:buNone/>
              <a:defRPr sz="2200" b="0" cap="none" baseline="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s"/>
              <a:t>Haga clic para modificar los estilos de texto del patrón</a:t>
            </a:r>
          </a:p>
        </p:txBody>
      </p:sp>
      <p:sp>
        <p:nvSpPr>
          <p:cNvPr id="6" name="Marcador de contenido 5">
            <a:extLst>
              <a:ext uri="{FF2B5EF4-FFF2-40B4-BE49-F238E27FC236}">
                <a16:creationId xmlns:a16="http://schemas.microsoft.com/office/drawing/2014/main" id="{8CEFD932-A581-1A49-7FAF-0FED2E2BC182}"/>
              </a:ext>
            </a:extLst>
          </p:cNvPr>
          <p:cNvSpPr>
            <a:spLocks noGrp="1"/>
          </p:cNvSpPr>
          <p:nvPr>
            <p:ph sz="quarter" idx="15"/>
          </p:nvPr>
        </p:nvSpPr>
        <p:spPr>
          <a:xfrm>
            <a:off x="419100" y="2212975"/>
            <a:ext cx="5303838" cy="3892550"/>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texto 4">
            <a:extLst>
              <a:ext uri="{FF2B5EF4-FFF2-40B4-BE49-F238E27FC236}">
                <a16:creationId xmlns:a16="http://schemas.microsoft.com/office/drawing/2014/main" id="{CA627A15-4AB2-F230-22C7-0605AFD7DF22}"/>
              </a:ext>
            </a:extLst>
          </p:cNvPr>
          <p:cNvSpPr>
            <a:spLocks noGrp="1"/>
          </p:cNvSpPr>
          <p:nvPr>
            <p:ph type="body" sz="quarter" idx="3"/>
          </p:nvPr>
        </p:nvSpPr>
        <p:spPr>
          <a:xfrm>
            <a:off x="6345936" y="1490472"/>
            <a:ext cx="5321808" cy="642902"/>
          </a:xfrm>
        </p:spPr>
        <p:txBody>
          <a:bodyPr rtlCol="0" anchor="b">
            <a:normAutofit/>
          </a:bodyPr>
          <a:lstStyle>
            <a:lvl1pPr marL="0" indent="0">
              <a:lnSpc>
                <a:spcPct val="100000"/>
              </a:lnSpc>
              <a:buNone/>
              <a:defRPr sz="2200" b="0" cap="none" baseline="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s"/>
              <a:t>Haga clic para modificar los estilos de texto del patrón</a:t>
            </a:r>
          </a:p>
        </p:txBody>
      </p:sp>
      <p:sp>
        <p:nvSpPr>
          <p:cNvPr id="12" name="Marcador de contenido 11">
            <a:extLst>
              <a:ext uri="{FF2B5EF4-FFF2-40B4-BE49-F238E27FC236}">
                <a16:creationId xmlns:a16="http://schemas.microsoft.com/office/drawing/2014/main" id="{554404BD-8F2F-278E-C00B-3F1B1DE8CF2C}"/>
              </a:ext>
            </a:extLst>
          </p:cNvPr>
          <p:cNvSpPr>
            <a:spLocks noGrp="1"/>
          </p:cNvSpPr>
          <p:nvPr>
            <p:ph sz="quarter" idx="16"/>
          </p:nvPr>
        </p:nvSpPr>
        <p:spPr>
          <a:xfrm>
            <a:off x="6345238" y="2212975"/>
            <a:ext cx="5321808" cy="3892550"/>
          </a:xfrm>
        </p:spPr>
        <p:txBody>
          <a:bodyPr rtlCol="0"/>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8" name="Marcador de pie de página 7">
            <a:extLst>
              <a:ext uri="{FF2B5EF4-FFF2-40B4-BE49-F238E27FC236}">
                <a16:creationId xmlns:a16="http://schemas.microsoft.com/office/drawing/2014/main" id="{7D294A4A-89C4-68BF-6701-5C47F940E3D6}"/>
              </a:ext>
            </a:extLst>
          </p:cNvPr>
          <p:cNvSpPr>
            <a:spLocks noGrp="1"/>
          </p:cNvSpPr>
          <p:nvPr>
            <p:ph type="ftr" sz="quarter" idx="11"/>
          </p:nvPr>
        </p:nvSpPr>
        <p:spPr/>
        <p:txBody>
          <a:bodyPr rtlCol="0"/>
          <a:lstStyle/>
          <a:p>
            <a:pPr rtl="0"/>
            <a:r>
              <a:rPr lang="es-ES"/>
              <a:t>Texto de ejemplo para el pie de página</a:t>
            </a:r>
            <a:endParaRPr lang="es"/>
          </a:p>
        </p:txBody>
      </p:sp>
      <p:sp>
        <p:nvSpPr>
          <p:cNvPr id="7" name="Marcador de fecha 6">
            <a:extLst>
              <a:ext uri="{FF2B5EF4-FFF2-40B4-BE49-F238E27FC236}">
                <a16:creationId xmlns:a16="http://schemas.microsoft.com/office/drawing/2014/main" id="{977908BC-F48B-81E4-8D93-7DB9E37161B6}"/>
              </a:ext>
            </a:extLst>
          </p:cNvPr>
          <p:cNvSpPr>
            <a:spLocks noGrp="1"/>
          </p:cNvSpPr>
          <p:nvPr>
            <p:ph type="dt" sz="half" idx="10"/>
          </p:nvPr>
        </p:nvSpPr>
        <p:spPr/>
        <p:txBody>
          <a:bodyPr rtlCol="0"/>
          <a:lstStyle/>
          <a:p>
            <a:pPr rtl="0"/>
            <a:r>
              <a:rPr lang="es-ES"/>
              <a:t>4/8/2025</a:t>
            </a:r>
            <a:endParaRPr lang="en-US"/>
          </a:p>
        </p:txBody>
      </p:sp>
      <p:sp>
        <p:nvSpPr>
          <p:cNvPr id="9" name="Marcador de número de diapositiva 8">
            <a:extLst>
              <a:ext uri="{FF2B5EF4-FFF2-40B4-BE49-F238E27FC236}">
                <a16:creationId xmlns:a16="http://schemas.microsoft.com/office/drawing/2014/main" id="{27F93A54-CB38-BEAF-260B-84EDDF3011D2}"/>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11" name="Conector recto 10">
            <a:extLst>
              <a:ext uri="{FF2B5EF4-FFF2-40B4-BE49-F238E27FC236}">
                <a16:creationId xmlns:a16="http://schemas.microsoft.com/office/drawing/2014/main" id="{A90608C5-C55C-14AC-C8E9-7F0530018CE5}"/>
              </a:ext>
            </a:extLst>
          </p:cNvPr>
          <p:cNvCxnSpPr>
            <a:cxnSpLocks/>
          </p:cNvCxnSpPr>
          <p:nvPr/>
        </p:nvCxnSpPr>
        <p:spPr>
          <a:xfrm>
            <a:off x="530352" y="1357303"/>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51635746"/>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Solo el títul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695F-5E74-A380-8592-35FB6FC77542}"/>
              </a:ext>
            </a:extLst>
          </p:cNvPr>
          <p:cNvSpPr>
            <a:spLocks noGrp="1"/>
          </p:cNvSpPr>
          <p:nvPr>
            <p:ph type="title"/>
          </p:nvPr>
        </p:nvSpPr>
        <p:spPr/>
        <p:txBody>
          <a:bodyPr rtlCol="0"/>
          <a:lstStyle/>
          <a:p>
            <a:pPr rtl="0"/>
            <a:r>
              <a:rPr lang="es"/>
              <a:t>Haga clic para modificar el estilo de título del patrón</a:t>
            </a:r>
            <a:endParaRPr lang="en-US" dirty="0"/>
          </a:p>
        </p:txBody>
      </p:sp>
      <p:sp>
        <p:nvSpPr>
          <p:cNvPr id="4" name="Marcador de pie de página 3">
            <a:extLst>
              <a:ext uri="{FF2B5EF4-FFF2-40B4-BE49-F238E27FC236}">
                <a16:creationId xmlns:a16="http://schemas.microsoft.com/office/drawing/2014/main" id="{09C6149D-58D4-7497-818C-CF30244A29A1}"/>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8E8D2567-C532-BD45-FA85-03DBE3B3C779}"/>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ABC0E491-56EB-F527-8A63-FBEEE6196FBD}"/>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2262701301"/>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Vacío">
    <p:bg>
      <p:bgRef idx="1001">
        <a:schemeClr val="bg1"/>
      </p:bgRef>
    </p:bg>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6FE9D82C-4607-0C9D-F241-D35DBEFEF4B1}"/>
              </a:ext>
            </a:extLst>
          </p:cNvPr>
          <p:cNvSpPr>
            <a:spLocks noGrp="1"/>
          </p:cNvSpPr>
          <p:nvPr>
            <p:ph type="ftr" sz="quarter" idx="11"/>
          </p:nvPr>
        </p:nvSpPr>
        <p:spPr/>
        <p:txBody>
          <a:bodyPr rtlCol="0"/>
          <a:lstStyle/>
          <a:p>
            <a:pPr rtl="0"/>
            <a:r>
              <a:rPr lang="es"/>
              <a:t>Texto de ejemplo para el pie de página</a:t>
            </a:r>
          </a:p>
        </p:txBody>
      </p:sp>
      <p:sp>
        <p:nvSpPr>
          <p:cNvPr id="3" name="Marcador de fecha 2">
            <a:extLst>
              <a:ext uri="{FF2B5EF4-FFF2-40B4-BE49-F238E27FC236}">
                <a16:creationId xmlns:a16="http://schemas.microsoft.com/office/drawing/2014/main" id="{B4DCFCC5-7F8E-F549-57BA-7303E9F17466}"/>
              </a:ext>
            </a:extLst>
          </p:cNvPr>
          <p:cNvSpPr>
            <a:spLocks noGrp="1"/>
          </p:cNvSpPr>
          <p:nvPr>
            <p:ph type="dt" sz="half" idx="10"/>
          </p:nvPr>
        </p:nvSpPr>
        <p:spPr/>
        <p:txBody>
          <a:bodyPr rtlCol="0"/>
          <a:lstStyle/>
          <a:p>
            <a:pPr rtl="0"/>
            <a:r>
              <a:rPr lang="es-ES"/>
              <a:t>4/8/2025</a:t>
            </a:r>
            <a:endParaRPr lang="en-US"/>
          </a:p>
        </p:txBody>
      </p:sp>
      <p:sp>
        <p:nvSpPr>
          <p:cNvPr id="5" name="Marcador de número de diapositiva 4">
            <a:extLst>
              <a:ext uri="{FF2B5EF4-FFF2-40B4-BE49-F238E27FC236}">
                <a16:creationId xmlns:a16="http://schemas.microsoft.com/office/drawing/2014/main" id="{457BEB6A-C028-DA7D-C516-2F1316F031AB}"/>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841999564"/>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Contenido con título">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F2BEA7-A772-B39C-F049-D8BA2D3F4EF5}"/>
              </a:ext>
            </a:extLst>
          </p:cNvPr>
          <p:cNvSpPr>
            <a:spLocks noGrp="1"/>
          </p:cNvSpPr>
          <p:nvPr>
            <p:ph type="title"/>
          </p:nvPr>
        </p:nvSpPr>
        <p:spPr>
          <a:xfrm>
            <a:off x="449836" y="694943"/>
            <a:ext cx="3915473" cy="1325880"/>
          </a:xfrm>
        </p:spPr>
        <p:txBody>
          <a:bodyPr rtlCol="0" anchor="t"/>
          <a:lstStyle>
            <a:lvl1pPr>
              <a:defRPr sz="3200"/>
            </a:lvl1pPr>
          </a:lstStyle>
          <a:p>
            <a:pPr rtl="0"/>
            <a:r>
              <a:rPr lang="es"/>
              <a:t>Haga clic para modificar el estilo de título del patrón</a:t>
            </a:r>
            <a:endParaRPr lang="en-US" dirty="0"/>
          </a:p>
        </p:txBody>
      </p:sp>
      <p:sp>
        <p:nvSpPr>
          <p:cNvPr id="4" name="Marcador de texto 3">
            <a:extLst>
              <a:ext uri="{FF2B5EF4-FFF2-40B4-BE49-F238E27FC236}">
                <a16:creationId xmlns:a16="http://schemas.microsoft.com/office/drawing/2014/main" id="{0D5693C4-36AD-07F9-763E-EE5FC9DFB1AD}"/>
              </a:ext>
            </a:extLst>
          </p:cNvPr>
          <p:cNvSpPr>
            <a:spLocks noGrp="1"/>
          </p:cNvSpPr>
          <p:nvPr>
            <p:ph type="body" sz="half" idx="2"/>
          </p:nvPr>
        </p:nvSpPr>
        <p:spPr>
          <a:xfrm>
            <a:off x="433072" y="2057400"/>
            <a:ext cx="3932237" cy="4176906"/>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s"/>
              <a:t>Haga clic para modificar los estilos de texto del patrón</a:t>
            </a:r>
          </a:p>
        </p:txBody>
      </p:sp>
      <p:sp>
        <p:nvSpPr>
          <p:cNvPr id="3" name="Marcador de contenido 2">
            <a:extLst>
              <a:ext uri="{FF2B5EF4-FFF2-40B4-BE49-F238E27FC236}">
                <a16:creationId xmlns:a16="http://schemas.microsoft.com/office/drawing/2014/main" id="{10FB4614-4148-D757-88D0-D93E5E1EA1A0}"/>
              </a:ext>
            </a:extLst>
          </p:cNvPr>
          <p:cNvSpPr>
            <a:spLocks noGrp="1"/>
          </p:cNvSpPr>
          <p:nvPr>
            <p:ph idx="1"/>
          </p:nvPr>
        </p:nvSpPr>
        <p:spPr>
          <a:xfrm>
            <a:off x="5183188" y="694943"/>
            <a:ext cx="6483096" cy="5539363"/>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6" name="Marcador de pie de página 5">
            <a:extLst>
              <a:ext uri="{FF2B5EF4-FFF2-40B4-BE49-F238E27FC236}">
                <a16:creationId xmlns:a16="http://schemas.microsoft.com/office/drawing/2014/main" id="{71AADC46-B01E-DA2E-F24C-C48F5253DD00}"/>
              </a:ext>
            </a:extLst>
          </p:cNvPr>
          <p:cNvSpPr>
            <a:spLocks noGrp="1"/>
          </p:cNvSpPr>
          <p:nvPr>
            <p:ph type="ftr" sz="quarter" idx="11"/>
          </p:nvPr>
        </p:nvSpPr>
        <p:spPr/>
        <p:txBody>
          <a:bodyPr rtlCol="0"/>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B71A6063-F591-A804-79FE-A80AD399139E}"/>
              </a:ext>
            </a:extLst>
          </p:cNvPr>
          <p:cNvSpPr>
            <a:spLocks noGrp="1"/>
          </p:cNvSpPr>
          <p:nvPr>
            <p:ph type="dt" sz="half" idx="10"/>
          </p:nvPr>
        </p:nvSpPr>
        <p:spPr/>
        <p:txBody>
          <a:bodyPr rtlCol="0"/>
          <a:lstStyle/>
          <a:p>
            <a:pPr rtl="0"/>
            <a:r>
              <a:rPr lang="es-ES"/>
              <a:t>4/8/2025</a:t>
            </a:r>
            <a:endParaRPr lang="en-US"/>
          </a:p>
        </p:txBody>
      </p:sp>
      <p:sp>
        <p:nvSpPr>
          <p:cNvPr id="7" name="Marcador de número de diapositiva 6">
            <a:extLst>
              <a:ext uri="{FF2B5EF4-FFF2-40B4-BE49-F238E27FC236}">
                <a16:creationId xmlns:a16="http://schemas.microsoft.com/office/drawing/2014/main" id="{4BEFF439-6DA2-A61B-C94C-BEDC2411D6CC}"/>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spTree>
    <p:extLst>
      <p:ext uri="{BB962C8B-B14F-4D97-AF65-F5344CB8AC3E}">
        <p14:creationId xmlns:p14="http://schemas.microsoft.com/office/powerpoint/2010/main" val="1508907301"/>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picTx" preserve="1">
  <p:cSld name="Imagen con leyenda">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8EFA5E-0A3D-E6AD-3C21-DC40BCDEC609}"/>
              </a:ext>
            </a:extLst>
          </p:cNvPr>
          <p:cNvSpPr>
            <a:spLocks noGrp="1"/>
          </p:cNvSpPr>
          <p:nvPr>
            <p:ph type="title"/>
          </p:nvPr>
        </p:nvSpPr>
        <p:spPr>
          <a:xfrm>
            <a:off x="419101" y="694944"/>
            <a:ext cx="3526816" cy="1711825"/>
          </a:xfrm>
        </p:spPr>
        <p:txBody>
          <a:bodyPr rtlCol="0" anchor="t"/>
          <a:lstStyle>
            <a:lvl1pPr>
              <a:defRPr sz="3200"/>
            </a:lvl1pPr>
          </a:lstStyle>
          <a:p>
            <a:pPr rtl="0"/>
            <a:r>
              <a:rPr lang="es"/>
              <a:t>Haga clic para modificar el estilo de título del patrón</a:t>
            </a:r>
            <a:endParaRPr lang="en-US" dirty="0"/>
          </a:p>
        </p:txBody>
      </p:sp>
      <p:sp>
        <p:nvSpPr>
          <p:cNvPr id="4" name="Marcador de texto 3">
            <a:extLst>
              <a:ext uri="{FF2B5EF4-FFF2-40B4-BE49-F238E27FC236}">
                <a16:creationId xmlns:a16="http://schemas.microsoft.com/office/drawing/2014/main" id="{7CBA8418-7980-9A18-053B-82E4F16EBD61}"/>
              </a:ext>
            </a:extLst>
          </p:cNvPr>
          <p:cNvSpPr>
            <a:spLocks noGrp="1"/>
          </p:cNvSpPr>
          <p:nvPr>
            <p:ph type="body" sz="half" idx="2"/>
          </p:nvPr>
        </p:nvSpPr>
        <p:spPr>
          <a:xfrm>
            <a:off x="425389" y="2508261"/>
            <a:ext cx="3520528" cy="3727948"/>
          </a:xfrm>
        </p:spPr>
        <p:txBody>
          <a:bodyPr rtlCol="0"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s"/>
              <a:t>Haga clic para modificar los estilos de texto del patrón</a:t>
            </a:r>
          </a:p>
        </p:txBody>
      </p:sp>
      <p:sp>
        <p:nvSpPr>
          <p:cNvPr id="3" name="Marcador de posición de imagen 2">
            <a:extLst>
              <a:ext uri="{FF2B5EF4-FFF2-40B4-BE49-F238E27FC236}">
                <a16:creationId xmlns:a16="http://schemas.microsoft.com/office/drawing/2014/main" id="{126F9F06-BE63-8EE7-74C5-6D0E3F9B7571}"/>
              </a:ext>
            </a:extLst>
          </p:cNvPr>
          <p:cNvSpPr>
            <a:spLocks noGrp="1"/>
          </p:cNvSpPr>
          <p:nvPr>
            <p:ph type="pic" idx="1" hasCustomPrompt="1"/>
          </p:nvPr>
        </p:nvSpPr>
        <p:spPr>
          <a:xfrm>
            <a:off x="4419600" y="533400"/>
            <a:ext cx="7239000" cy="5791199"/>
          </a:xfrm>
          <a:blipFill>
            <a:blip r:embed="rId2">
              <a:alphaModFix amt="70000"/>
            </a:blip>
            <a:stretch>
              <a:fillRect/>
            </a:stretch>
          </a:blipFill>
          <a:effectLst>
            <a:outerShdw blurRad="203200" dist="12700" dir="7800000" algn="r" rotWithShape="0">
              <a:prstClr val="black">
                <a:alpha val="10000"/>
              </a:prstClr>
            </a:outerShdw>
          </a:effectLst>
        </p:spPr>
        <p:txBody>
          <a:bodyPr vert="horz" lIns="91440" tIns="45720" rIns="91440" bIns="45720" rtlCol="0">
            <a:normAutofit/>
          </a:bodyPr>
          <a:lstStyle>
            <a:lvl1pPr marL="0" indent="0">
              <a:buNone/>
              <a:defRPr lang="en-US"/>
            </a:lvl1pPr>
          </a:lstStyle>
          <a:p>
            <a:pPr lvl="0" rtl="0"/>
            <a:r>
              <a:rPr lang="es"/>
              <a:t> </a:t>
            </a:r>
          </a:p>
        </p:txBody>
      </p:sp>
      <p:sp>
        <p:nvSpPr>
          <p:cNvPr id="6" name="Marcador de pie de página 5">
            <a:extLst>
              <a:ext uri="{FF2B5EF4-FFF2-40B4-BE49-F238E27FC236}">
                <a16:creationId xmlns:a16="http://schemas.microsoft.com/office/drawing/2014/main" id="{E7F485A3-3BFA-4B57-F6E5-5F41542B7BBD}"/>
              </a:ext>
            </a:extLst>
          </p:cNvPr>
          <p:cNvSpPr>
            <a:spLocks noGrp="1"/>
          </p:cNvSpPr>
          <p:nvPr>
            <p:ph type="ftr" sz="quarter" idx="11"/>
          </p:nvPr>
        </p:nvSpPr>
        <p:spPr/>
        <p:txBody>
          <a:bodyPr rtlCol="0"/>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600AC9F0-6744-73C8-54FC-5C12BA7BF791}"/>
              </a:ext>
            </a:extLst>
          </p:cNvPr>
          <p:cNvSpPr>
            <a:spLocks noGrp="1"/>
          </p:cNvSpPr>
          <p:nvPr>
            <p:ph type="dt" sz="half" idx="10"/>
          </p:nvPr>
        </p:nvSpPr>
        <p:spPr/>
        <p:txBody>
          <a:bodyPr rtlCol="0"/>
          <a:lstStyle/>
          <a:p>
            <a:pPr rtl="0"/>
            <a:r>
              <a:rPr lang="es-ES"/>
              <a:t>4/8/2025</a:t>
            </a:r>
            <a:endParaRPr lang="en-US" dirty="0"/>
          </a:p>
        </p:txBody>
      </p:sp>
      <p:sp>
        <p:nvSpPr>
          <p:cNvPr id="7" name="Marcador de número de diapositiva 6">
            <a:extLst>
              <a:ext uri="{FF2B5EF4-FFF2-40B4-BE49-F238E27FC236}">
                <a16:creationId xmlns:a16="http://schemas.microsoft.com/office/drawing/2014/main" id="{31BAB9F6-C801-466A-4C39-23DCB1CD5489}"/>
              </a:ext>
            </a:extLst>
          </p:cNvPr>
          <p:cNvSpPr>
            <a:spLocks noGrp="1"/>
          </p:cNvSpPr>
          <p:nvPr>
            <p:ph type="sldNum" sz="quarter" idx="12"/>
          </p:nvPr>
        </p:nvSpPr>
        <p:spPr/>
        <p:txBody>
          <a:bodyPr rtlCol="0"/>
          <a:lstStyle/>
          <a:p>
            <a:pPr rtl="0"/>
            <a:fld id="{DD84031F-D6BF-4677-B12E-7D8B88BA70F7}" type="slidenum">
              <a:rPr lang="en-US" smtClean="0"/>
              <a:t>‹Nº›</a:t>
            </a:fld>
            <a:endParaRPr lang="en-US" dirty="0"/>
          </a:p>
        </p:txBody>
      </p:sp>
      <p:cxnSp>
        <p:nvCxnSpPr>
          <p:cNvPr id="9" name="Conector recto 8">
            <a:extLst>
              <a:ext uri="{FF2B5EF4-FFF2-40B4-BE49-F238E27FC236}">
                <a16:creationId xmlns:a16="http://schemas.microsoft.com/office/drawing/2014/main" id="{924215D5-0C4C-2E49-3A06-C65652576A64}"/>
              </a:ext>
            </a:extLst>
          </p:cNvPr>
          <p:cNvCxnSpPr>
            <a:cxnSpLocks/>
          </p:cNvCxnSpPr>
          <p:nvPr/>
        </p:nvCxnSpPr>
        <p:spPr>
          <a:xfrm>
            <a:off x="533400" y="533400"/>
            <a:ext cx="35037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07722091"/>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Conclusión">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402336" y="541942"/>
            <a:ext cx="11256264" cy="2225185"/>
          </a:xfrm>
        </p:spPr>
        <p:txBody>
          <a:bodyPr rtlCol="0" anchor="b">
            <a:normAutofit/>
          </a:bodyPr>
          <a:lstStyle>
            <a:lvl1pPr>
              <a:defRPr sz="7200">
                <a:solidFill>
                  <a:schemeClr val="accent1"/>
                </a:solidFill>
              </a:defRPr>
            </a:lvl1pPr>
          </a:lstStyle>
          <a:p>
            <a:pPr rtl="0"/>
            <a:r>
              <a:rPr lang="es"/>
              <a:t>Haga clic para modificar el estilo de título del patrón</a:t>
            </a:r>
            <a:endParaRPr lang="en-US" dirty="0"/>
          </a:p>
        </p:txBody>
      </p:sp>
      <p:sp>
        <p:nvSpPr>
          <p:cNvPr id="8" name="Marcador de contenido 7">
            <a:extLst>
              <a:ext uri="{FF2B5EF4-FFF2-40B4-BE49-F238E27FC236}">
                <a16:creationId xmlns:a16="http://schemas.microsoft.com/office/drawing/2014/main" id="{C7E1FCC9-2D1D-9C6B-8C9A-E3D0A77DBEF0}"/>
              </a:ext>
            </a:extLst>
          </p:cNvPr>
          <p:cNvSpPr>
            <a:spLocks noGrp="1"/>
          </p:cNvSpPr>
          <p:nvPr>
            <p:ph sz="quarter" idx="13"/>
          </p:nvPr>
        </p:nvSpPr>
        <p:spPr>
          <a:xfrm>
            <a:off x="419099" y="3423301"/>
            <a:ext cx="11239499" cy="2901298"/>
          </a:xfrm>
        </p:spPr>
        <p:txBody>
          <a:bodyPr vert="horz" lIns="91440" tIns="45720" rIns="91440" bIns="45720" rtlCol="0">
            <a:normAutofit/>
          </a:bodyPr>
          <a:lstStyle>
            <a:lvl1pPr marL="0" indent="0">
              <a:buNone/>
              <a:defRPr lang="en-US" dirty="0"/>
            </a:lvl1pPr>
            <a:lvl2pPr marL="457200" indent="0">
              <a:buNone/>
              <a:defRPr lang="en-US" dirty="0"/>
            </a:lvl2pPr>
            <a:lvl3pPr marL="914400" indent="0">
              <a:buNone/>
              <a:defRPr lang="en-US" dirty="0"/>
            </a:lvl3pPr>
            <a:lvl4pPr marL="1371600" indent="0">
              <a:buNone/>
              <a:defRPr lang="en-US" dirty="0"/>
            </a:lvl4pPr>
            <a:lvl5pPr marL="1828800" indent="0">
              <a:buNone/>
              <a:defRPr lang="en-US"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B9485D1-E172-8F0A-A425-3097B3ABCFB4}"/>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3" name="Conector recto 2">
            <a:extLst>
              <a:ext uri="{FF2B5EF4-FFF2-40B4-BE49-F238E27FC236}">
                <a16:creationId xmlns:a16="http://schemas.microsoft.com/office/drawing/2014/main" id="{BFD55B63-1406-DAD2-DBAB-BD87EA2FB540}"/>
              </a:ext>
            </a:extLst>
          </p:cNvPr>
          <p:cNvCxnSpPr>
            <a:cxnSpLocks/>
          </p:cNvCxnSpPr>
          <p:nvPr/>
        </p:nvCxnSpPr>
        <p:spPr>
          <a:xfrm>
            <a:off x="533400" y="2978854"/>
            <a:ext cx="11159163"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9373811"/>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Conclusión 2">
    <p:bg>
      <p:bgRef idx="1001">
        <a:schemeClr val="bg1"/>
      </p:bgRef>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433D9-FD02-59E2-0F81-A0B7201D2DA0}"/>
              </a:ext>
            </a:extLst>
          </p:cNvPr>
          <p:cNvSpPr>
            <a:spLocks noGrp="1"/>
          </p:cNvSpPr>
          <p:nvPr>
            <p:ph type="title"/>
          </p:nvPr>
        </p:nvSpPr>
        <p:spPr>
          <a:xfrm>
            <a:off x="402336" y="1836238"/>
            <a:ext cx="11256264" cy="2512732"/>
          </a:xfrm>
        </p:spPr>
        <p:txBody>
          <a:bodyPr rtlCol="0" anchor="b">
            <a:normAutofit/>
          </a:bodyPr>
          <a:lstStyle>
            <a:lvl1pPr>
              <a:defRPr sz="7200">
                <a:solidFill>
                  <a:schemeClr val="accent1"/>
                </a:solidFill>
              </a:defRPr>
            </a:lvl1pPr>
          </a:lstStyle>
          <a:p>
            <a:pPr rtl="0"/>
            <a:r>
              <a:rPr lang="es"/>
              <a:t>Haga clic para modificar el estilo de título del patrón</a:t>
            </a:r>
            <a:endParaRPr lang="en-US" dirty="0"/>
          </a:p>
        </p:txBody>
      </p:sp>
      <p:sp>
        <p:nvSpPr>
          <p:cNvPr id="8" name="Marcador de contenido 7">
            <a:extLst>
              <a:ext uri="{FF2B5EF4-FFF2-40B4-BE49-F238E27FC236}">
                <a16:creationId xmlns:a16="http://schemas.microsoft.com/office/drawing/2014/main" id="{C7E1FCC9-2D1D-9C6B-8C9A-E3D0A77DBEF0}"/>
              </a:ext>
            </a:extLst>
          </p:cNvPr>
          <p:cNvSpPr>
            <a:spLocks noGrp="1"/>
          </p:cNvSpPr>
          <p:nvPr>
            <p:ph sz="quarter" idx="13"/>
          </p:nvPr>
        </p:nvSpPr>
        <p:spPr>
          <a:xfrm>
            <a:off x="419099" y="4834052"/>
            <a:ext cx="11239499" cy="1405479"/>
          </a:xfrm>
        </p:spPr>
        <p:txBody>
          <a:bodyPr vert="horz" lIns="91440" tIns="45720" rIns="91440" bIns="45720" rtlCol="0" anchor="t">
            <a:noAutofit/>
          </a:bodyPr>
          <a:lstStyle>
            <a:lvl1pPr marL="0" indent="0">
              <a:buNone/>
              <a:defRPr lang="en-US" sz="2000" dirty="0"/>
            </a:lvl1pPr>
            <a:lvl2pPr marL="457200" indent="0">
              <a:buNone/>
              <a:defRPr lang="en-US" sz="1800" dirty="0"/>
            </a:lvl2pPr>
            <a:lvl3pPr marL="914400" indent="0">
              <a:buNone/>
              <a:defRPr lang="en-US" sz="1600" dirty="0"/>
            </a:lvl3pPr>
            <a:lvl4pPr marL="1371600" indent="0">
              <a:buNone/>
              <a:defRPr lang="en-US" sz="1400" dirty="0"/>
            </a:lvl4pPr>
            <a:lvl5pPr marL="1828800" indent="0">
              <a:buNone/>
              <a:defRPr lang="en-US" sz="1400" dirty="0"/>
            </a:lvl5p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0B9485D1-E172-8F0A-A425-3097B3ABCFB4}"/>
              </a:ext>
            </a:extLst>
          </p:cNvPr>
          <p:cNvSpPr>
            <a:spLocks noGrp="1"/>
          </p:cNvSpPr>
          <p:nvPr>
            <p:ph type="dt" sz="half" idx="10"/>
          </p:nvPr>
        </p:nvSpPr>
        <p:spPr/>
        <p:txBody>
          <a:bodyPr rtlCol="0"/>
          <a:lstStyle/>
          <a:p>
            <a:pPr rtl="0"/>
            <a:r>
              <a:rPr lang="es-ES"/>
              <a:t>4/8/2025</a:t>
            </a:r>
            <a:endParaRPr lang="en-US"/>
          </a:p>
        </p:txBody>
      </p:sp>
      <p:sp>
        <p:nvSpPr>
          <p:cNvPr id="6" name="Marcador de número de diapositiva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DD84031F-D6BF-4677-B12E-7D8B88BA70F7}" type="slidenum">
              <a:rPr lang="en-US" smtClean="0"/>
              <a:t>‹Nº›</a:t>
            </a:fld>
            <a:endParaRPr lang="en-US"/>
          </a:p>
        </p:txBody>
      </p:sp>
      <p:cxnSp>
        <p:nvCxnSpPr>
          <p:cNvPr id="9" name="Conector recto 8">
            <a:extLst>
              <a:ext uri="{FF2B5EF4-FFF2-40B4-BE49-F238E27FC236}">
                <a16:creationId xmlns:a16="http://schemas.microsoft.com/office/drawing/2014/main" id="{05899B98-11E6-7DB0-F79E-50A541026355}"/>
              </a:ext>
            </a:extLst>
          </p:cNvPr>
          <p:cNvCxnSpPr>
            <a:cxnSpLocks/>
          </p:cNvCxnSpPr>
          <p:nvPr/>
        </p:nvCxnSpPr>
        <p:spPr>
          <a:xfrm>
            <a:off x="533400" y="4531625"/>
            <a:ext cx="11125198"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0562544"/>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58916C8C-4316-E510-1962-E944B3382B43}"/>
              </a:ext>
            </a:extLst>
          </p:cNvPr>
          <p:cNvCxnSpPr>
            <a:cxnSpLocks/>
          </p:cNvCxnSpPr>
          <p:nvPr/>
        </p:nvCxnSpPr>
        <p:spPr>
          <a:xfrm>
            <a:off x="530352" y="533400"/>
            <a:ext cx="11125200" cy="0"/>
          </a:xfrm>
          <a:prstGeom prst="line">
            <a:avLst/>
          </a:prstGeom>
          <a:ln w="9525">
            <a:solidFill>
              <a:schemeClr val="tx1">
                <a:alpha val="25000"/>
              </a:schemeClr>
            </a:solidFill>
          </a:ln>
        </p:spPr>
        <p:style>
          <a:lnRef idx="2">
            <a:schemeClr val="accent1"/>
          </a:lnRef>
          <a:fillRef idx="0">
            <a:schemeClr val="accent1"/>
          </a:fillRef>
          <a:effectRef idx="1">
            <a:schemeClr val="accent1"/>
          </a:effectRef>
          <a:fontRef idx="minor">
            <a:schemeClr val="tx1"/>
          </a:fontRef>
        </p:style>
      </p:cxnSp>
      <p:sp>
        <p:nvSpPr>
          <p:cNvPr id="2" name="Marcador de título 1">
            <a:extLst>
              <a:ext uri="{FF2B5EF4-FFF2-40B4-BE49-F238E27FC236}">
                <a16:creationId xmlns:a16="http://schemas.microsoft.com/office/drawing/2014/main" id="{66478947-1D67-18A4-7E48-5B4B2F97FBE9}"/>
              </a:ext>
            </a:extLst>
          </p:cNvPr>
          <p:cNvSpPr>
            <a:spLocks noGrp="1"/>
          </p:cNvSpPr>
          <p:nvPr>
            <p:ph type="title"/>
          </p:nvPr>
        </p:nvSpPr>
        <p:spPr>
          <a:xfrm>
            <a:off x="414983" y="691868"/>
            <a:ext cx="11243617" cy="901139"/>
          </a:xfrm>
          <a:prstGeom prst="rect">
            <a:avLst/>
          </a:prstGeom>
        </p:spPr>
        <p:txBody>
          <a:bodyPr vert="horz" lIns="91440" tIns="45720" rIns="91440" bIns="45720" rtlCol="0" anchor="t">
            <a:normAutofit/>
          </a:bodyPr>
          <a:lstStyle/>
          <a:p>
            <a:pPr rtl="0"/>
            <a:r>
              <a:rPr lang="es"/>
              <a:t>Haga clic para modificar el estilo de título del patrón</a:t>
            </a:r>
            <a:endParaRPr lang="en-US" dirty="0"/>
          </a:p>
        </p:txBody>
      </p:sp>
      <p:sp>
        <p:nvSpPr>
          <p:cNvPr id="3" name="Marcador de texto 2">
            <a:extLst>
              <a:ext uri="{FF2B5EF4-FFF2-40B4-BE49-F238E27FC236}">
                <a16:creationId xmlns:a16="http://schemas.microsoft.com/office/drawing/2014/main" id="{7DFE08CA-9517-ABC1-E915-31EA6D7B73C7}"/>
              </a:ext>
            </a:extLst>
          </p:cNvPr>
          <p:cNvSpPr>
            <a:spLocks noGrp="1"/>
          </p:cNvSpPr>
          <p:nvPr>
            <p:ph type="body" idx="1"/>
          </p:nvPr>
        </p:nvSpPr>
        <p:spPr>
          <a:xfrm>
            <a:off x="417640" y="1754753"/>
            <a:ext cx="11240960" cy="4411378"/>
          </a:xfrm>
          <a:prstGeom prst="rect">
            <a:avLst/>
          </a:prstGeom>
        </p:spPr>
        <p:txBody>
          <a:bodyPr vert="horz" lIns="91440" tIns="45720" rIns="91440" bIns="45720" rtlCol="0">
            <a:normAutofit/>
          </a:bodyPr>
          <a:lstStyle/>
          <a:p>
            <a:pPr lvl="0" rtl="0"/>
            <a:r>
              <a:rPr lang="es"/>
              <a:t>Haga clic para modificar los estilos de texto del patrón</a:t>
            </a:r>
          </a:p>
          <a:p>
            <a:pPr lvl="1" rtl="0"/>
            <a:r>
              <a:rPr lang="es"/>
              <a:t>Segundo nivel</a:t>
            </a:r>
          </a:p>
          <a:p>
            <a:pPr lvl="2" rtl="0"/>
            <a:r>
              <a:rPr lang="es"/>
              <a:t>Tercer nivel</a:t>
            </a:r>
          </a:p>
          <a:p>
            <a:pPr lvl="3" rtl="0"/>
            <a:r>
              <a:rPr lang="es"/>
              <a:t>Cuarto nivel</a:t>
            </a:r>
          </a:p>
          <a:p>
            <a:pPr lvl="4" rtl="0"/>
            <a:r>
              <a:rPr lang="es"/>
              <a:t>Quinto nivel</a:t>
            </a:r>
            <a:endParaRPr lang="en-US" dirty="0"/>
          </a:p>
        </p:txBody>
      </p:sp>
      <p:sp>
        <p:nvSpPr>
          <p:cNvPr id="5" name="Marcador de pie de página 4">
            <a:extLst>
              <a:ext uri="{FF2B5EF4-FFF2-40B4-BE49-F238E27FC236}">
                <a16:creationId xmlns:a16="http://schemas.microsoft.com/office/drawing/2014/main" id="{00E3983D-E783-AAEC-26DB-4B3F6511C702}"/>
              </a:ext>
            </a:extLst>
          </p:cNvPr>
          <p:cNvSpPr>
            <a:spLocks noGrp="1"/>
          </p:cNvSpPr>
          <p:nvPr>
            <p:ph type="ftr" sz="quarter" idx="3"/>
          </p:nvPr>
        </p:nvSpPr>
        <p:spPr>
          <a:xfrm>
            <a:off x="434857" y="6426091"/>
            <a:ext cx="4688732" cy="365125"/>
          </a:xfrm>
          <a:prstGeom prst="rect">
            <a:avLst/>
          </a:prstGeom>
        </p:spPr>
        <p:txBody>
          <a:bodyPr vert="horz" lIns="91440" tIns="45720" rIns="91440" bIns="45720" rtlCol="0" anchor="ctr"/>
          <a:lstStyle>
            <a:lvl1pPr algn="l">
              <a:defRPr sz="900">
                <a:solidFill>
                  <a:schemeClr val="tx1">
                    <a:alpha val="60000"/>
                  </a:schemeClr>
                </a:solidFill>
              </a:defRPr>
            </a:lvl1pPr>
          </a:lstStyle>
          <a:p>
            <a:pPr rtl="0"/>
            <a:r>
              <a:rPr lang="es-ES"/>
              <a:t>Texto de ejemplo para el pie de página</a:t>
            </a:r>
            <a:endParaRPr lang="es"/>
          </a:p>
        </p:txBody>
      </p:sp>
      <p:sp>
        <p:nvSpPr>
          <p:cNvPr id="4" name="Marcador de fecha 3">
            <a:extLst>
              <a:ext uri="{FF2B5EF4-FFF2-40B4-BE49-F238E27FC236}">
                <a16:creationId xmlns:a16="http://schemas.microsoft.com/office/drawing/2014/main" id="{70454426-0A97-D20B-FD06-9648AED7773C}"/>
              </a:ext>
            </a:extLst>
          </p:cNvPr>
          <p:cNvSpPr>
            <a:spLocks noGrp="1"/>
          </p:cNvSpPr>
          <p:nvPr>
            <p:ph type="dt" sz="half" idx="2"/>
          </p:nvPr>
        </p:nvSpPr>
        <p:spPr>
          <a:xfrm>
            <a:off x="7846205" y="6426091"/>
            <a:ext cx="3327634" cy="365125"/>
          </a:xfrm>
          <a:prstGeom prst="rect">
            <a:avLst/>
          </a:prstGeom>
        </p:spPr>
        <p:txBody>
          <a:bodyPr vert="horz" lIns="91440" tIns="45720" rIns="91440" bIns="45720" rtlCol="0" anchor="ctr"/>
          <a:lstStyle>
            <a:lvl1pPr algn="r">
              <a:defRPr sz="900">
                <a:solidFill>
                  <a:schemeClr val="tx1">
                    <a:alpha val="60000"/>
                  </a:schemeClr>
                </a:solidFill>
              </a:defRPr>
            </a:lvl1pPr>
          </a:lstStyle>
          <a:p>
            <a:pPr rtl="0"/>
            <a:r>
              <a:rPr lang="es-ES"/>
              <a:t>4/8/2025</a:t>
            </a:r>
            <a:endParaRPr lang="en-US"/>
          </a:p>
        </p:txBody>
      </p:sp>
      <p:sp>
        <p:nvSpPr>
          <p:cNvPr id="6" name="Marcador de número de diapositiva 5">
            <a:extLst>
              <a:ext uri="{FF2B5EF4-FFF2-40B4-BE49-F238E27FC236}">
                <a16:creationId xmlns:a16="http://schemas.microsoft.com/office/drawing/2014/main" id="{7DA13386-8E2A-2962-4804-81558038BA54}"/>
              </a:ext>
            </a:extLst>
          </p:cNvPr>
          <p:cNvSpPr>
            <a:spLocks noGrp="1"/>
          </p:cNvSpPr>
          <p:nvPr>
            <p:ph type="sldNum" sz="quarter" idx="4"/>
          </p:nvPr>
        </p:nvSpPr>
        <p:spPr>
          <a:xfrm>
            <a:off x="11166187" y="6426091"/>
            <a:ext cx="603114" cy="365125"/>
          </a:xfrm>
          <a:prstGeom prst="rect">
            <a:avLst/>
          </a:prstGeom>
        </p:spPr>
        <p:txBody>
          <a:bodyPr vert="horz" lIns="91440" tIns="45720" rIns="91440" bIns="45720" rtlCol="0" anchor="ctr"/>
          <a:lstStyle>
            <a:lvl1pPr algn="r">
              <a:defRPr sz="900">
                <a:solidFill>
                  <a:schemeClr val="tx1">
                    <a:alpha val="60000"/>
                  </a:schemeClr>
                </a:solidFill>
              </a:defRPr>
            </a:lvl1pPr>
          </a:lstStyle>
          <a:p>
            <a:pPr rtl="0"/>
            <a:fld id="{DD84031F-D6BF-4677-B12E-7D8B88BA70F7}" type="slidenum">
              <a:rPr lang="en-US" smtClean="0"/>
              <a:t>‹Nº›</a:t>
            </a:fld>
            <a:endParaRPr lang="en-US" dirty="0"/>
          </a:p>
        </p:txBody>
      </p:sp>
    </p:spTree>
    <p:extLst>
      <p:ext uri="{BB962C8B-B14F-4D97-AF65-F5344CB8AC3E}">
        <p14:creationId xmlns:p14="http://schemas.microsoft.com/office/powerpoint/2010/main" val="30550635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Lst>
  <p:hf hdr="0"/>
  <p:txStyles>
    <p:title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984">
          <p15:clr>
            <a:srgbClr val="F26B43"/>
          </p15:clr>
        </p15:guide>
        <p15:guide id="2" pos="4128">
          <p15:clr>
            <a:srgbClr val="F26B43"/>
          </p15:clr>
        </p15:guide>
        <p15:guide id="3" pos="3456">
          <p15:clr>
            <a:srgbClr val="F26B43"/>
          </p15:clr>
        </p15:guide>
        <p15:guide id="4" pos="2784">
          <p15:clr>
            <a:srgbClr val="F26B43"/>
          </p15:clr>
        </p15:guide>
        <p15:guide id="5" pos="336">
          <p15:clr>
            <a:srgbClr val="F26B43"/>
          </p15:clr>
        </p15:guide>
        <p15:guide id="6" pos="7344">
          <p15:clr>
            <a:srgbClr val="F26B43"/>
          </p15:clr>
        </p15:guide>
        <p15:guide id="7" orient="horz" pos="336">
          <p15:clr>
            <a:srgbClr val="F26B43"/>
          </p15:clr>
        </p15:guide>
        <p15:guide id="8" pos="264">
          <p15:clr>
            <a:srgbClr val="F26B43"/>
          </p15:clr>
        </p15:guide>
        <p15:guide id="9" pos="4800">
          <p15:clr>
            <a:srgbClr val="F26B43"/>
          </p15:clr>
        </p15:guide>
        <p15:guide id="10" pos="2112">
          <p15:clr>
            <a:srgbClr val="F26B43"/>
          </p15:clr>
        </p15:guide>
        <p15:guide id="11" pos="547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6.xml"/><Relationship Id="rId5" Type="http://schemas.openxmlformats.org/officeDocument/2006/relationships/image" Target="../media/image15.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3.xml"/><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52.xml"/><Relationship Id="rId6" Type="http://schemas.openxmlformats.org/officeDocument/2006/relationships/diagramColors" Target="../diagrams/colors1.xml"/><Relationship Id="rId11" Type="http://schemas.openxmlformats.org/officeDocument/2006/relationships/image" Target="../media/image19.svg"/><Relationship Id="rId5" Type="http://schemas.openxmlformats.org/officeDocument/2006/relationships/diagramQuickStyle" Target="../diagrams/quickStyle1.xml"/><Relationship Id="rId10" Type="http://schemas.openxmlformats.org/officeDocument/2006/relationships/image" Target="../media/image18.svg"/><Relationship Id="rId4" Type="http://schemas.openxmlformats.org/officeDocument/2006/relationships/diagramLayout" Target="../diagrams/layout1.xml"/><Relationship Id="rId9" Type="http://schemas.openxmlformats.org/officeDocument/2006/relationships/image" Target="../media/image17.svg"/></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7.png"/><Relationship Id="rId7" Type="http://schemas.openxmlformats.org/officeDocument/2006/relationships/image" Target="../media/image22.svg"/><Relationship Id="rId2" Type="http://schemas.openxmlformats.org/officeDocument/2006/relationships/notesSlide" Target="../notesSlides/notesSlide5.xml"/><Relationship Id="rId1" Type="http://schemas.openxmlformats.org/officeDocument/2006/relationships/slideLayout" Target="../slideLayouts/slideLayout52.xml"/><Relationship Id="rId6" Type="http://schemas.openxmlformats.org/officeDocument/2006/relationships/image" Target="../media/image21.png"/><Relationship Id="rId5" Type="http://schemas.openxmlformats.org/officeDocument/2006/relationships/image" Target="../media/image11.svg"/><Relationship Id="rId10" Type="http://schemas.openxmlformats.org/officeDocument/2006/relationships/image" Target="../media/image25.svg"/><Relationship Id="rId4" Type="http://schemas.openxmlformats.org/officeDocument/2006/relationships/image" Target="../media/image20.svg"/><Relationship Id="rId9" Type="http://schemas.openxmlformats.org/officeDocument/2006/relationships/image" Target="../media/image24.svg"/></Relationships>
</file>

<file path=ppt/slides/_rels/slide7.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13.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27.sv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25.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5.xml"/><Relationship Id="rId5" Type="http://schemas.openxmlformats.org/officeDocument/2006/relationships/image" Target="../media/image32.png"/><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5.xml"/><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13.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35.svg"/><Relationship Id="rId4" Type="http://schemas.openxmlformats.org/officeDocument/2006/relationships/image" Target="../media/image34.sv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6.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6.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6.xml"/><Relationship Id="rId5" Type="http://schemas.openxmlformats.org/officeDocument/2006/relationships/image" Target="../media/image37.png"/><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17.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9.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38.svg"/><Relationship Id="rId4" Type="http://schemas.openxmlformats.org/officeDocument/2006/relationships/image" Target="../media/image34.sv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6.xml"/><Relationship Id="rId5" Type="http://schemas.openxmlformats.org/officeDocument/2006/relationships/image" Target="../media/image41.png"/><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6.xml"/><Relationship Id="rId5" Type="http://schemas.openxmlformats.org/officeDocument/2006/relationships/image" Target="../media/image43.png"/><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6.xml"/><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6.xml"/><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6.png"/><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7.png"/><Relationship Id="rId1" Type="http://schemas.openxmlformats.org/officeDocument/2006/relationships/slideLayout" Target="../slideLayouts/slideLayout26.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25.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52.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51.svg"/><Relationship Id="rId5" Type="http://schemas.openxmlformats.org/officeDocument/2006/relationships/image" Target="../media/image38.svg"/><Relationship Id="rId4" Type="http://schemas.openxmlformats.org/officeDocument/2006/relationships/image" Target="../media/image34.svg"/></Relationships>
</file>

<file path=ppt/slides/_rels/slide2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7.png"/><Relationship Id="rId1" Type="http://schemas.openxmlformats.org/officeDocument/2006/relationships/slideLayout" Target="../slideLayouts/slideLayout26.xml"/><Relationship Id="rId4" Type="http://schemas.openxmlformats.org/officeDocument/2006/relationships/image" Target="../media/image55.png"/></Relationships>
</file>

<file path=ppt/slides/_rels/slide2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7.png"/><Relationship Id="rId1" Type="http://schemas.openxmlformats.org/officeDocument/2006/relationships/slideLayout" Target="../slideLayouts/slideLayout26.xml"/><Relationship Id="rId4" Type="http://schemas.openxmlformats.org/officeDocument/2006/relationships/image" Target="../media/image57.png"/></Relationships>
</file>

<file path=ppt/slides/_rels/slide2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7.png"/><Relationship Id="rId1" Type="http://schemas.openxmlformats.org/officeDocument/2006/relationships/slideLayout" Target="../slideLayouts/slideLayout26.xml"/><Relationship Id="rId4" Type="http://schemas.openxmlformats.org/officeDocument/2006/relationships/image" Target="../media/image60.png"/></Relationships>
</file>

<file path=ppt/slides/_rels/slide3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6.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3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0BC6319C-F54E-C9BF-45C5-308CF91715E4}"/>
              </a:ext>
            </a:extLst>
          </p:cNvPr>
          <p:cNvSpPr>
            <a:spLocks noGrp="1"/>
          </p:cNvSpPr>
          <p:nvPr>
            <p:ph type="dt" sz="half" idx="10"/>
          </p:nvPr>
        </p:nvSpPr>
        <p:spPr/>
        <p:txBody>
          <a:bodyPr/>
          <a:lstStyle/>
          <a:p>
            <a:pPr rtl="0"/>
            <a:r>
              <a:rPr lang="es-ES"/>
              <a:t>4/8/2025</a:t>
            </a:r>
            <a:endParaRPr lang="en-US"/>
          </a:p>
        </p:txBody>
      </p:sp>
      <p:sp>
        <p:nvSpPr>
          <p:cNvPr id="5" name="Marcador de pie de página 4">
            <a:extLst>
              <a:ext uri="{FF2B5EF4-FFF2-40B4-BE49-F238E27FC236}">
                <a16:creationId xmlns:a16="http://schemas.microsoft.com/office/drawing/2014/main" id="{1F6BD772-484A-E75C-95DB-59043FC60858}"/>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número de diapositiva 5">
            <a:extLst>
              <a:ext uri="{FF2B5EF4-FFF2-40B4-BE49-F238E27FC236}">
                <a16:creationId xmlns:a16="http://schemas.microsoft.com/office/drawing/2014/main" id="{9C6C10EB-C3CD-98BE-B744-98F19645C53F}"/>
              </a:ext>
            </a:extLst>
          </p:cNvPr>
          <p:cNvSpPr>
            <a:spLocks noGrp="1"/>
          </p:cNvSpPr>
          <p:nvPr>
            <p:ph type="sldNum" sz="quarter" idx="12"/>
          </p:nvPr>
        </p:nvSpPr>
        <p:spPr/>
        <p:txBody>
          <a:bodyPr/>
          <a:lstStyle/>
          <a:p>
            <a:pPr rtl="0"/>
            <a:fld id="{DD84031F-D6BF-4677-B12E-7D8B88BA70F7}" type="slidenum">
              <a:rPr lang="en-US" smtClean="0"/>
              <a:t>1</a:t>
            </a:fld>
            <a:endParaRPr lang="en-US"/>
          </a:p>
        </p:txBody>
      </p:sp>
      <p:pic>
        <p:nvPicPr>
          <p:cNvPr id="8" name="Imagen 7">
            <a:extLst>
              <a:ext uri="{FF2B5EF4-FFF2-40B4-BE49-F238E27FC236}">
                <a16:creationId xmlns:a16="http://schemas.microsoft.com/office/drawing/2014/main" id="{4F298D39-F434-C8FE-F545-8B620399D2B8}"/>
              </a:ext>
            </a:extLst>
          </p:cNvPr>
          <p:cNvPicPr>
            <a:picLocks noChangeAspect="1"/>
          </p:cNvPicPr>
          <p:nvPr/>
        </p:nvPicPr>
        <p:blipFill>
          <a:blip r:embed="rId3"/>
          <a:stretch>
            <a:fillRect/>
          </a:stretch>
        </p:blipFill>
        <p:spPr>
          <a:xfrm>
            <a:off x="9918084" y="99023"/>
            <a:ext cx="1871580" cy="799949"/>
          </a:xfrm>
          <a:prstGeom prst="rect">
            <a:avLst/>
          </a:prstGeom>
        </p:spPr>
      </p:pic>
      <p:sp>
        <p:nvSpPr>
          <p:cNvPr id="11" name="CuadroTexto 10">
            <a:extLst>
              <a:ext uri="{FF2B5EF4-FFF2-40B4-BE49-F238E27FC236}">
                <a16:creationId xmlns:a16="http://schemas.microsoft.com/office/drawing/2014/main" id="{01EF33D4-02B8-C920-977F-4EBBFFDB244B}"/>
              </a:ext>
            </a:extLst>
          </p:cNvPr>
          <p:cNvSpPr txBox="1"/>
          <p:nvPr/>
        </p:nvSpPr>
        <p:spPr>
          <a:xfrm>
            <a:off x="6733953" y="1204686"/>
            <a:ext cx="4980534" cy="2554545"/>
          </a:xfrm>
          <a:prstGeom prst="rect">
            <a:avLst/>
          </a:prstGeom>
          <a:noFill/>
        </p:spPr>
        <p:txBody>
          <a:bodyPr wrap="square" rtlCol="0">
            <a:spAutoFit/>
          </a:bodyPr>
          <a:lstStyle/>
          <a:p>
            <a:pPr algn="just"/>
            <a:r>
              <a:rPr lang="es-ES" sz="3200" b="1" dirty="0"/>
              <a:t>Análisis de información generada en plataformas educativas a partir de herramientas de inteligencia artificial.</a:t>
            </a:r>
          </a:p>
        </p:txBody>
      </p:sp>
      <p:sp>
        <p:nvSpPr>
          <p:cNvPr id="12" name="CuadroTexto 11">
            <a:extLst>
              <a:ext uri="{FF2B5EF4-FFF2-40B4-BE49-F238E27FC236}">
                <a16:creationId xmlns:a16="http://schemas.microsoft.com/office/drawing/2014/main" id="{160DC257-75D4-BD5C-FD7D-31BA066E29C8}"/>
              </a:ext>
            </a:extLst>
          </p:cNvPr>
          <p:cNvSpPr txBox="1"/>
          <p:nvPr/>
        </p:nvSpPr>
        <p:spPr>
          <a:xfrm>
            <a:off x="6733952" y="3759231"/>
            <a:ext cx="5143399" cy="830997"/>
          </a:xfrm>
          <a:prstGeom prst="rect">
            <a:avLst/>
          </a:prstGeom>
          <a:noFill/>
        </p:spPr>
        <p:txBody>
          <a:bodyPr wrap="square" rtlCol="0">
            <a:spAutoFit/>
          </a:bodyPr>
          <a:lstStyle/>
          <a:p>
            <a:r>
              <a:rPr lang="es-ES" sz="2400" b="1" dirty="0">
                <a:solidFill>
                  <a:srgbClr val="FF6600"/>
                </a:solidFill>
              </a:rPr>
              <a:t>Hacia la detección temprana e interpretable del riesgo académico</a:t>
            </a:r>
          </a:p>
        </p:txBody>
      </p:sp>
      <p:cxnSp>
        <p:nvCxnSpPr>
          <p:cNvPr id="14" name="Conector recto 13">
            <a:extLst>
              <a:ext uri="{FF2B5EF4-FFF2-40B4-BE49-F238E27FC236}">
                <a16:creationId xmlns:a16="http://schemas.microsoft.com/office/drawing/2014/main" id="{A788E707-99A8-044D-A984-8A16C58AD67A}"/>
              </a:ext>
            </a:extLst>
          </p:cNvPr>
          <p:cNvCxnSpPr>
            <a:cxnSpLocks/>
          </p:cNvCxnSpPr>
          <p:nvPr/>
        </p:nvCxnSpPr>
        <p:spPr>
          <a:xfrm>
            <a:off x="6811926" y="4597227"/>
            <a:ext cx="4902561" cy="24818"/>
          </a:xfrm>
          <a:prstGeom prst="line">
            <a:avLst/>
          </a:prstGeom>
        </p:spPr>
        <p:style>
          <a:lnRef idx="2">
            <a:schemeClr val="accent1"/>
          </a:lnRef>
          <a:fillRef idx="0">
            <a:schemeClr val="accent1"/>
          </a:fillRef>
          <a:effectRef idx="1">
            <a:schemeClr val="accent1"/>
          </a:effectRef>
          <a:fontRef idx="minor">
            <a:schemeClr val="tx1"/>
          </a:fontRef>
        </p:style>
      </p:cxnSp>
      <p:sp>
        <p:nvSpPr>
          <p:cNvPr id="15" name="CuadroTexto 14">
            <a:extLst>
              <a:ext uri="{FF2B5EF4-FFF2-40B4-BE49-F238E27FC236}">
                <a16:creationId xmlns:a16="http://schemas.microsoft.com/office/drawing/2014/main" id="{51DF57F9-585A-670C-E158-B286CAC5048D}"/>
              </a:ext>
            </a:extLst>
          </p:cNvPr>
          <p:cNvSpPr txBox="1"/>
          <p:nvPr/>
        </p:nvSpPr>
        <p:spPr>
          <a:xfrm>
            <a:off x="6733952" y="4788422"/>
            <a:ext cx="5143399" cy="646331"/>
          </a:xfrm>
          <a:prstGeom prst="rect">
            <a:avLst/>
          </a:prstGeom>
          <a:solidFill>
            <a:schemeClr val="bg1"/>
          </a:solidFill>
        </p:spPr>
        <p:txBody>
          <a:bodyPr wrap="square" rtlCol="0">
            <a:spAutoFit/>
          </a:bodyPr>
          <a:lstStyle/>
          <a:p>
            <a:r>
              <a:rPr lang="es-ES" dirty="0"/>
              <a:t>Trabajo de fin de Máster (TFM) </a:t>
            </a:r>
          </a:p>
          <a:p>
            <a:r>
              <a:rPr lang="es-ES" b="1" dirty="0"/>
              <a:t>Michael Laudrup Luis González</a:t>
            </a:r>
          </a:p>
        </p:txBody>
      </p:sp>
      <p:pic>
        <p:nvPicPr>
          <p:cNvPr id="26" name="Imagen 25">
            <a:extLst>
              <a:ext uri="{FF2B5EF4-FFF2-40B4-BE49-F238E27FC236}">
                <a16:creationId xmlns:a16="http://schemas.microsoft.com/office/drawing/2014/main" id="{4F118B5A-4F42-3F0C-986A-3CBE7041F69B}"/>
              </a:ext>
            </a:extLst>
          </p:cNvPr>
          <p:cNvPicPr>
            <a:picLocks noChangeAspect="1"/>
          </p:cNvPicPr>
          <p:nvPr/>
        </p:nvPicPr>
        <p:blipFill>
          <a:blip r:embed="rId4"/>
          <a:stretch>
            <a:fillRect/>
          </a:stretch>
        </p:blipFill>
        <p:spPr>
          <a:xfrm>
            <a:off x="1944" y="0"/>
            <a:ext cx="6482953" cy="6858000"/>
          </a:xfrm>
          <a:prstGeom prst="rect">
            <a:avLst/>
          </a:prstGeom>
        </p:spPr>
      </p:pic>
    </p:spTree>
    <p:extLst>
      <p:ext uri="{BB962C8B-B14F-4D97-AF65-F5344CB8AC3E}">
        <p14:creationId xmlns:p14="http://schemas.microsoft.com/office/powerpoint/2010/main" val="3312436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0E8DE-22E5-7636-238E-F64EEC8A6AFA}"/>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90F30DEE-7BAB-D440-5E2A-E4C351E541FF}"/>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1F418409-4CDB-0F8E-EE7C-D118F62A999C}"/>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7C5658B2-F848-FB30-42AC-AE0DB002FC3B}"/>
              </a:ext>
            </a:extLst>
          </p:cNvPr>
          <p:cNvSpPr>
            <a:spLocks noGrp="1"/>
          </p:cNvSpPr>
          <p:nvPr>
            <p:ph type="sldNum" sz="quarter" idx="12"/>
          </p:nvPr>
        </p:nvSpPr>
        <p:spPr/>
        <p:txBody>
          <a:bodyPr/>
          <a:lstStyle/>
          <a:p>
            <a:pPr rtl="0"/>
            <a:fld id="{DD84031F-D6BF-4677-B12E-7D8B88BA70F7}" type="slidenum">
              <a:rPr lang="en-US" smtClean="0"/>
              <a:t>2</a:t>
            </a:fld>
            <a:endParaRPr lang="en-US"/>
          </a:p>
        </p:txBody>
      </p:sp>
      <p:pic>
        <p:nvPicPr>
          <p:cNvPr id="9" name="Imagen 8">
            <a:extLst>
              <a:ext uri="{FF2B5EF4-FFF2-40B4-BE49-F238E27FC236}">
                <a16:creationId xmlns:a16="http://schemas.microsoft.com/office/drawing/2014/main" id="{1AFB63E8-2173-A6F0-7F7D-8AAB413319C8}"/>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12" name="Gráfico 11" descr="Inventario de búsqueda con relleno sólido">
            <a:extLst>
              <a:ext uri="{FF2B5EF4-FFF2-40B4-BE49-F238E27FC236}">
                <a16:creationId xmlns:a16="http://schemas.microsoft.com/office/drawing/2014/main" id="{B838CCE5-7FDE-D421-7CF4-67D933D647E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129" y="2933921"/>
            <a:ext cx="1226585" cy="1226585"/>
          </a:xfrm>
          <a:prstGeom prst="rect">
            <a:avLst/>
          </a:prstGeom>
        </p:spPr>
      </p:pic>
      <p:sp>
        <p:nvSpPr>
          <p:cNvPr id="13" name="CuadroTexto 12">
            <a:extLst>
              <a:ext uri="{FF2B5EF4-FFF2-40B4-BE49-F238E27FC236}">
                <a16:creationId xmlns:a16="http://schemas.microsoft.com/office/drawing/2014/main" id="{2EB52168-0836-662D-027A-9C477B03853D}"/>
              </a:ext>
            </a:extLst>
          </p:cNvPr>
          <p:cNvSpPr txBox="1"/>
          <p:nvPr/>
        </p:nvSpPr>
        <p:spPr>
          <a:xfrm>
            <a:off x="359808" y="4138635"/>
            <a:ext cx="2557220" cy="707886"/>
          </a:xfrm>
          <a:prstGeom prst="rect">
            <a:avLst/>
          </a:prstGeom>
          <a:noFill/>
        </p:spPr>
        <p:txBody>
          <a:bodyPr wrap="square" rtlCol="0">
            <a:spAutoFit/>
          </a:bodyPr>
          <a:lstStyle/>
          <a:p>
            <a:pPr algn="ctr"/>
            <a:r>
              <a:rPr lang="es-ES" sz="2000" b="1" dirty="0">
                <a:solidFill>
                  <a:srgbClr val="FF6600"/>
                </a:solidFill>
                <a:latin typeface="CMU Serif" panose="02000603000000000000" pitchFamily="2" charset="0"/>
                <a:ea typeface="CMU Serif" panose="02000603000000000000" pitchFamily="2" charset="0"/>
                <a:cs typeface="CMU Serif" panose="02000603000000000000" pitchFamily="2" charset="0"/>
              </a:rPr>
              <a:t>Comprensión del negocio</a:t>
            </a:r>
          </a:p>
        </p:txBody>
      </p:sp>
      <p:pic>
        <p:nvPicPr>
          <p:cNvPr id="14" name="Gráfico 13" descr="Gráfico de barras con relleno sólido">
            <a:extLst>
              <a:ext uri="{FF2B5EF4-FFF2-40B4-BE49-F238E27FC236}">
                <a16:creationId xmlns:a16="http://schemas.microsoft.com/office/drawing/2014/main" id="{1F23EE34-2A10-2AD9-AEBE-CF34CEE3DA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74269" y="3011230"/>
            <a:ext cx="1071968" cy="1071968"/>
          </a:xfrm>
          <a:prstGeom prst="rect">
            <a:avLst/>
          </a:prstGeom>
        </p:spPr>
      </p:pic>
      <p:sp>
        <p:nvSpPr>
          <p:cNvPr id="15" name="CuadroTexto 14">
            <a:extLst>
              <a:ext uri="{FF2B5EF4-FFF2-40B4-BE49-F238E27FC236}">
                <a16:creationId xmlns:a16="http://schemas.microsoft.com/office/drawing/2014/main" id="{868B8CA9-1840-B8A1-C7D3-D9CFB7BB4F69}"/>
              </a:ext>
            </a:extLst>
          </p:cNvPr>
          <p:cNvSpPr txBox="1"/>
          <p:nvPr/>
        </p:nvSpPr>
        <p:spPr>
          <a:xfrm>
            <a:off x="2917028" y="411016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Entender datos</a:t>
            </a:r>
          </a:p>
        </p:txBody>
      </p:sp>
      <p:pic>
        <p:nvPicPr>
          <p:cNvPr id="16" name="Gráfico 15" descr="Herramientas de minería con relleno sólido">
            <a:extLst>
              <a:ext uri="{FF2B5EF4-FFF2-40B4-BE49-F238E27FC236}">
                <a16:creationId xmlns:a16="http://schemas.microsoft.com/office/drawing/2014/main" id="{1E0EE9D9-5888-C816-2C11-7E52AA9CE5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45970" y="3076194"/>
            <a:ext cx="914400" cy="914400"/>
          </a:xfrm>
          <a:prstGeom prst="rect">
            <a:avLst/>
          </a:prstGeom>
        </p:spPr>
      </p:pic>
      <p:sp>
        <p:nvSpPr>
          <p:cNvPr id="17" name="CuadroTexto 16">
            <a:extLst>
              <a:ext uri="{FF2B5EF4-FFF2-40B4-BE49-F238E27FC236}">
                <a16:creationId xmlns:a16="http://schemas.microsoft.com/office/drawing/2014/main" id="{47C2D722-35FC-61A7-BD95-F49AEA1B450A}"/>
              </a:ext>
            </a:extLst>
          </p:cNvPr>
          <p:cNvSpPr txBox="1"/>
          <p:nvPr/>
        </p:nvSpPr>
        <p:spPr>
          <a:xfrm>
            <a:off x="4974711" y="411016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Preparación de datos</a:t>
            </a:r>
          </a:p>
        </p:txBody>
      </p:sp>
      <p:pic>
        <p:nvPicPr>
          <p:cNvPr id="18" name="Gráfico 17" descr="Portapapeles parcialmente comprobado con relleno sólido">
            <a:extLst>
              <a:ext uri="{FF2B5EF4-FFF2-40B4-BE49-F238E27FC236}">
                <a16:creationId xmlns:a16="http://schemas.microsoft.com/office/drawing/2014/main" id="{085E4B4C-E29D-B935-1F57-7F600915861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58230" y="3032492"/>
            <a:ext cx="914400" cy="914400"/>
          </a:xfrm>
          <a:prstGeom prst="rect">
            <a:avLst/>
          </a:prstGeom>
        </p:spPr>
      </p:pic>
      <p:sp>
        <p:nvSpPr>
          <p:cNvPr id="19" name="CuadroTexto 18">
            <a:extLst>
              <a:ext uri="{FF2B5EF4-FFF2-40B4-BE49-F238E27FC236}">
                <a16:creationId xmlns:a16="http://schemas.microsoft.com/office/drawing/2014/main" id="{404E4557-E476-32EB-623C-12CEB15AD630}"/>
              </a:ext>
            </a:extLst>
          </p:cNvPr>
          <p:cNvSpPr txBox="1"/>
          <p:nvPr/>
        </p:nvSpPr>
        <p:spPr>
          <a:xfrm>
            <a:off x="7145072" y="4015136"/>
            <a:ext cx="1656917" cy="369332"/>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Modelado</a:t>
            </a:r>
          </a:p>
        </p:txBody>
      </p:sp>
      <p:sp>
        <p:nvSpPr>
          <p:cNvPr id="20" name="CuadroTexto 19">
            <a:extLst>
              <a:ext uri="{FF2B5EF4-FFF2-40B4-BE49-F238E27FC236}">
                <a16:creationId xmlns:a16="http://schemas.microsoft.com/office/drawing/2014/main" id="{398D2AE2-2781-87DD-DF48-5F26F3CC521A}"/>
              </a:ext>
            </a:extLst>
          </p:cNvPr>
          <p:cNvSpPr txBox="1"/>
          <p:nvPr/>
        </p:nvSpPr>
        <p:spPr>
          <a:xfrm>
            <a:off x="9252842" y="402696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Evaluación y XAI</a:t>
            </a:r>
          </a:p>
        </p:txBody>
      </p:sp>
      <p:pic>
        <p:nvPicPr>
          <p:cNvPr id="21" name="Gráfico 20" descr="Robot con relleno sólido">
            <a:extLst>
              <a:ext uri="{FF2B5EF4-FFF2-40B4-BE49-F238E27FC236}">
                <a16:creationId xmlns:a16="http://schemas.microsoft.com/office/drawing/2014/main" id="{49414DDE-E1D2-C4FE-C377-DAF91B01CEC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16331" y="3076194"/>
            <a:ext cx="914400" cy="914400"/>
          </a:xfrm>
          <a:prstGeom prst="rect">
            <a:avLst/>
          </a:prstGeom>
        </p:spPr>
      </p:pic>
      <p:sp>
        <p:nvSpPr>
          <p:cNvPr id="2" name="Subtítulo 2">
            <a:extLst>
              <a:ext uri="{FF2B5EF4-FFF2-40B4-BE49-F238E27FC236}">
                <a16:creationId xmlns:a16="http://schemas.microsoft.com/office/drawing/2014/main" id="{0C964118-6408-AD90-E41F-2B25D847675C}"/>
              </a:ext>
            </a:extLst>
          </p:cNvPr>
          <p:cNvSpPr>
            <a:spLocks noGrp="1"/>
          </p:cNvSpPr>
          <p:nvPr>
            <p:ph type="subTitle" idx="1"/>
          </p:nvPr>
        </p:nvSpPr>
        <p:spPr>
          <a:xfrm>
            <a:off x="586186" y="1269060"/>
            <a:ext cx="7975518" cy="1001356"/>
          </a:xfrm>
        </p:spPr>
        <p:txBody>
          <a:bodyPr>
            <a:normAutofit/>
          </a:bodyPr>
          <a:lstStyle/>
          <a:p>
            <a:pPr marL="285750" indent="-285750">
              <a:buFont typeface="Arial" panose="020B0604020202020204" pitchFamily="34" charset="0"/>
              <a:buChar char="•"/>
            </a:pPr>
            <a:r>
              <a:rPr lang="es-ES" sz="2000" b="1" dirty="0"/>
              <a:t>Inspirado</a:t>
            </a:r>
            <a:r>
              <a:rPr lang="es-ES" sz="2000" dirty="0"/>
              <a:t> en Metodología CRISP-DM (Chapman et al., 2000)</a:t>
            </a:r>
          </a:p>
        </p:txBody>
      </p:sp>
      <p:sp>
        <p:nvSpPr>
          <p:cNvPr id="7" name="CuadroTexto 6">
            <a:extLst>
              <a:ext uri="{FF2B5EF4-FFF2-40B4-BE49-F238E27FC236}">
                <a16:creationId xmlns:a16="http://schemas.microsoft.com/office/drawing/2014/main" id="{AF4D8981-78F5-EF84-A2FF-195771AC46D9}"/>
              </a:ext>
            </a:extLst>
          </p:cNvPr>
          <p:cNvSpPr txBox="1"/>
          <p:nvPr/>
        </p:nvSpPr>
        <p:spPr>
          <a:xfrm>
            <a:off x="586186" y="941753"/>
            <a:ext cx="6096000" cy="461665"/>
          </a:xfrm>
          <a:prstGeom prst="rect">
            <a:avLst/>
          </a:prstGeom>
          <a:noFill/>
        </p:spPr>
        <p:txBody>
          <a:bodyPr wrap="square">
            <a:spAutoFit/>
          </a:bodyPr>
          <a:lstStyle/>
          <a:p>
            <a:r>
              <a:rPr lang="es-ES" sz="2400" dirty="0">
                <a:solidFill>
                  <a:srgbClr val="FF6600"/>
                </a:solidFill>
              </a:rPr>
              <a:t>ESTRATEGIA PRESENTACIÓN</a:t>
            </a:r>
          </a:p>
        </p:txBody>
      </p:sp>
    </p:spTree>
    <p:extLst>
      <p:ext uri="{BB962C8B-B14F-4D97-AF65-F5344CB8AC3E}">
        <p14:creationId xmlns:p14="http://schemas.microsoft.com/office/powerpoint/2010/main" val="279239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94497D-F9C9-1CF2-AE78-DE258C4A0A7C}"/>
              </a:ext>
            </a:extLst>
          </p:cNvPr>
          <p:cNvSpPr>
            <a:spLocks noGrp="1"/>
          </p:cNvSpPr>
          <p:nvPr>
            <p:ph type="title"/>
          </p:nvPr>
        </p:nvSpPr>
        <p:spPr>
          <a:xfrm>
            <a:off x="4772139" y="853136"/>
            <a:ext cx="6792069" cy="627114"/>
          </a:xfrm>
        </p:spPr>
        <p:txBody>
          <a:bodyPr anchor="b">
            <a:normAutofit/>
          </a:bodyPr>
          <a:lstStyle/>
          <a:p>
            <a:r>
              <a:rPr lang="es-ES" dirty="0"/>
              <a:t>Comprensión del negocio I</a:t>
            </a:r>
          </a:p>
        </p:txBody>
      </p:sp>
      <p:sp>
        <p:nvSpPr>
          <p:cNvPr id="4" name="Marcador de contenido 3">
            <a:extLst>
              <a:ext uri="{FF2B5EF4-FFF2-40B4-BE49-F238E27FC236}">
                <a16:creationId xmlns:a16="http://schemas.microsoft.com/office/drawing/2014/main" id="{3B1A19DC-BE82-CFB4-77C6-DF0D9004897E}"/>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772139" y="2148840"/>
            <a:ext cx="6792069" cy="2994761"/>
          </a:xfrm>
        </p:spPr>
        <p:txBody>
          <a:bodyPr>
            <a:normAutofit/>
          </a:bodyPr>
          <a:lstStyle/>
          <a:p>
            <a:pPr>
              <a:lnSpc>
                <a:spcPct val="110000"/>
              </a:lnSpc>
              <a:spcBef>
                <a:spcPts val="0"/>
              </a:spcBef>
            </a:pPr>
            <a:r>
              <a:rPr lang="es-ES" sz="2400" b="1" dirty="0"/>
              <a:t>LMS</a:t>
            </a:r>
            <a:r>
              <a:rPr lang="es-ES" sz="2400" dirty="0"/>
              <a:t>: Sistema de gestión del aprendizaje. </a:t>
            </a:r>
          </a:p>
          <a:p>
            <a:pPr>
              <a:lnSpc>
                <a:spcPct val="110000"/>
              </a:lnSpc>
              <a:spcBef>
                <a:spcPts val="0"/>
              </a:spcBef>
            </a:pPr>
            <a:r>
              <a:rPr lang="es-ES" sz="2400" dirty="0"/>
              <a:t>Cada acción del alumno deja un registro de interacción</a:t>
            </a:r>
          </a:p>
          <a:p>
            <a:pPr>
              <a:lnSpc>
                <a:spcPct val="110000"/>
              </a:lnSpc>
              <a:spcBef>
                <a:spcPts val="0"/>
              </a:spcBef>
            </a:pPr>
            <a:r>
              <a:rPr lang="es-ES" sz="2400" dirty="0"/>
              <a:t>Estos registros no se aprovechan para intervenciones pedagógicas.</a:t>
            </a:r>
          </a:p>
          <a:p>
            <a:pPr>
              <a:lnSpc>
                <a:spcPct val="110000"/>
              </a:lnSpc>
              <a:spcBef>
                <a:spcPts val="0"/>
              </a:spcBef>
            </a:pPr>
            <a:r>
              <a:rPr lang="es-ES" sz="2400" dirty="0"/>
              <a:t>Incluso cuando se usa IA, no se explican los resultados (Caja negra).</a:t>
            </a:r>
          </a:p>
          <a:p>
            <a:pPr marL="0" indent="0">
              <a:lnSpc>
                <a:spcPct val="110000"/>
              </a:lnSpc>
              <a:spcBef>
                <a:spcPts val="2500"/>
              </a:spcBef>
              <a:buFont typeface="Arial" panose="020B0604020202020204" pitchFamily="34" charset="0"/>
              <a:buNone/>
            </a:pPr>
            <a:endParaRPr lang="es-ES" b="1" dirty="0"/>
          </a:p>
        </p:txBody>
      </p:sp>
      <p:sp>
        <p:nvSpPr>
          <p:cNvPr id="3" name="Marcador de fecha 2">
            <a:extLst>
              <a:ext uri="{FF2B5EF4-FFF2-40B4-BE49-F238E27FC236}">
                <a16:creationId xmlns:a16="http://schemas.microsoft.com/office/drawing/2014/main" id="{0709760D-19DC-7955-501A-7B961180B92D}"/>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0746AE69-053F-6949-B498-98BF876DCC8D}"/>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26E72F53-700F-DC4E-7B1D-C2CE3970E684}"/>
              </a:ext>
            </a:extLst>
          </p:cNvPr>
          <p:cNvSpPr>
            <a:spLocks noGrp="1"/>
          </p:cNvSpPr>
          <p:nvPr>
            <p:ph type="sldNum" sz="quarter" idx="12"/>
          </p:nvPr>
        </p:nvSpPr>
        <p:spPr/>
        <p:txBody>
          <a:bodyPr/>
          <a:lstStyle/>
          <a:p>
            <a:pPr rtl="0"/>
            <a:fld id="{DD84031F-D6BF-4677-B12E-7D8B88BA70F7}" type="slidenum">
              <a:rPr lang="en-US" smtClean="0"/>
              <a:t>3</a:t>
            </a:fld>
            <a:endParaRPr lang="en-US"/>
          </a:p>
        </p:txBody>
      </p:sp>
      <p:pic>
        <p:nvPicPr>
          <p:cNvPr id="8" name="Imagen 7">
            <a:extLst>
              <a:ext uri="{FF2B5EF4-FFF2-40B4-BE49-F238E27FC236}">
                <a16:creationId xmlns:a16="http://schemas.microsoft.com/office/drawing/2014/main" id="{42B39D42-4303-2D23-0276-B4D35D1A22CF}"/>
              </a:ext>
            </a:extLst>
          </p:cNvPr>
          <p:cNvPicPr>
            <a:picLocks noChangeAspect="1"/>
          </p:cNvPicPr>
          <p:nvPr/>
        </p:nvPicPr>
        <p:blipFill>
          <a:blip r:embed="rId3"/>
          <a:stretch>
            <a:fillRect/>
          </a:stretch>
        </p:blipFill>
        <p:spPr>
          <a:xfrm>
            <a:off x="9918084" y="99023"/>
            <a:ext cx="1871580" cy="799949"/>
          </a:xfrm>
          <a:prstGeom prst="rect">
            <a:avLst/>
          </a:prstGeom>
        </p:spPr>
      </p:pic>
      <p:sp>
        <p:nvSpPr>
          <p:cNvPr id="10" name="Marcador de posición de imagen 9">
            <a:extLst>
              <a:ext uri="{FF2B5EF4-FFF2-40B4-BE49-F238E27FC236}">
                <a16:creationId xmlns:a16="http://schemas.microsoft.com/office/drawing/2014/main" id="{A605D20D-5152-224C-9038-3B3657DFA9F3}"/>
              </a:ext>
            </a:extLst>
          </p:cNvPr>
          <p:cNvSpPr>
            <a:spLocks noGrp="1"/>
          </p:cNvSpPr>
          <p:nvPr>
            <p:ph type="pic" sz="quarter" idx="13"/>
          </p:nvPr>
        </p:nvSpPr>
        <p:spPr/>
        <p:txBody>
          <a:bodyPr/>
          <a:lstStyle/>
          <a:p>
            <a:endParaRPr lang="es-ES"/>
          </a:p>
        </p:txBody>
      </p:sp>
      <p:pic>
        <p:nvPicPr>
          <p:cNvPr id="12" name="Imagen 11">
            <a:extLst>
              <a:ext uri="{FF2B5EF4-FFF2-40B4-BE49-F238E27FC236}">
                <a16:creationId xmlns:a16="http://schemas.microsoft.com/office/drawing/2014/main" id="{0CE4B8BE-0B77-4A2E-0BBB-A87B06FDBF14}"/>
              </a:ext>
            </a:extLst>
          </p:cNvPr>
          <p:cNvPicPr>
            <a:picLocks noChangeAspect="1"/>
          </p:cNvPicPr>
          <p:nvPr/>
        </p:nvPicPr>
        <p:blipFill>
          <a:blip r:embed="rId4"/>
          <a:stretch>
            <a:fillRect/>
          </a:stretch>
        </p:blipFill>
        <p:spPr>
          <a:xfrm>
            <a:off x="402336" y="533399"/>
            <a:ext cx="4137143" cy="2994761"/>
          </a:xfrm>
          <a:prstGeom prst="rect">
            <a:avLst/>
          </a:prstGeom>
        </p:spPr>
      </p:pic>
      <p:pic>
        <p:nvPicPr>
          <p:cNvPr id="14" name="Imagen 13">
            <a:extLst>
              <a:ext uri="{FF2B5EF4-FFF2-40B4-BE49-F238E27FC236}">
                <a16:creationId xmlns:a16="http://schemas.microsoft.com/office/drawing/2014/main" id="{BBE26ABB-FC57-B1D5-77CB-F9539C086429}"/>
              </a:ext>
            </a:extLst>
          </p:cNvPr>
          <p:cNvPicPr>
            <a:picLocks noChangeAspect="1"/>
          </p:cNvPicPr>
          <p:nvPr/>
        </p:nvPicPr>
        <p:blipFill>
          <a:blip r:embed="rId5"/>
          <a:stretch>
            <a:fillRect/>
          </a:stretch>
        </p:blipFill>
        <p:spPr>
          <a:xfrm>
            <a:off x="300740" y="3380584"/>
            <a:ext cx="4238739" cy="2994761"/>
          </a:xfrm>
          <a:prstGeom prst="rect">
            <a:avLst/>
          </a:prstGeom>
        </p:spPr>
      </p:pic>
      <p:sp>
        <p:nvSpPr>
          <p:cNvPr id="15" name="Título 1">
            <a:extLst>
              <a:ext uri="{FF2B5EF4-FFF2-40B4-BE49-F238E27FC236}">
                <a16:creationId xmlns:a16="http://schemas.microsoft.com/office/drawing/2014/main" id="{40341A48-A148-5119-465B-7F673D674541}"/>
              </a:ext>
            </a:extLst>
          </p:cNvPr>
          <p:cNvSpPr txBox="1">
            <a:spLocks/>
          </p:cNvSpPr>
          <p:nvPr/>
        </p:nvSpPr>
        <p:spPr>
          <a:xfrm>
            <a:off x="4772139" y="1339528"/>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Definición del problema</a:t>
            </a:r>
          </a:p>
        </p:txBody>
      </p:sp>
      <p:cxnSp>
        <p:nvCxnSpPr>
          <p:cNvPr id="17" name="Conector recto 16">
            <a:extLst>
              <a:ext uri="{FF2B5EF4-FFF2-40B4-BE49-F238E27FC236}">
                <a16:creationId xmlns:a16="http://schemas.microsoft.com/office/drawing/2014/main" id="{C02F965C-72C5-B687-4C8F-1B1C7B7ABB04}"/>
              </a:ext>
            </a:extLst>
          </p:cNvPr>
          <p:cNvCxnSpPr>
            <a:cxnSpLocks/>
          </p:cNvCxnSpPr>
          <p:nvPr/>
        </p:nvCxnSpPr>
        <p:spPr>
          <a:xfrm>
            <a:off x="4858719" y="1912115"/>
            <a:ext cx="6776634"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581836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E5EC29-9516-3CBF-3640-1A8860E86206}"/>
              </a:ext>
            </a:extLst>
          </p:cNvPr>
          <p:cNvSpPr>
            <a:spLocks noGrp="1"/>
          </p:cNvSpPr>
          <p:nvPr>
            <p:ph type="title"/>
          </p:nvPr>
        </p:nvSpPr>
        <p:spPr>
          <a:xfrm>
            <a:off x="730683" y="685186"/>
            <a:ext cx="6476029" cy="608922"/>
          </a:xfrm>
        </p:spPr>
        <p:txBody>
          <a:bodyPr anchor="t">
            <a:normAutofit/>
          </a:bodyPr>
          <a:lstStyle/>
          <a:p>
            <a:r>
              <a:rPr lang="es-ES" dirty="0"/>
              <a:t>COMPRENSIÓN DEL NEGOCIO II</a:t>
            </a:r>
          </a:p>
        </p:txBody>
      </p:sp>
      <p:sp>
        <p:nvSpPr>
          <p:cNvPr id="4" name="Marcador de contenido 3">
            <a:extLst>
              <a:ext uri="{FF2B5EF4-FFF2-40B4-BE49-F238E27FC236}">
                <a16:creationId xmlns:a16="http://schemas.microsoft.com/office/drawing/2014/main" id="{6AD4FE29-99EB-C2F8-BE97-83388FBDDFB4}"/>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92677" y="1845270"/>
            <a:ext cx="5685615" cy="4045168"/>
          </a:xfrm>
        </p:spPr>
        <p:txBody>
          <a:bodyPr>
            <a:normAutofit/>
          </a:bodyPr>
          <a:lstStyle/>
          <a:p>
            <a:pPr marL="0" indent="0">
              <a:spcBef>
                <a:spcPts val="2500"/>
              </a:spcBef>
              <a:buFont typeface="Arial" panose="020B0604020202020204" pitchFamily="34" charset="0"/>
              <a:buNone/>
            </a:pPr>
            <a:r>
              <a:rPr lang="es-ES" b="1" dirty="0"/>
              <a:t>EDM, </a:t>
            </a:r>
            <a:r>
              <a:rPr lang="es-ES" b="1" dirty="0" err="1"/>
              <a:t>Educational</a:t>
            </a:r>
            <a:r>
              <a:rPr lang="es-ES" b="1" dirty="0"/>
              <a:t> Data </a:t>
            </a:r>
            <a:r>
              <a:rPr lang="es-ES" b="1" dirty="0" err="1"/>
              <a:t>Mining</a:t>
            </a:r>
            <a:endParaRPr lang="es-ES" b="1" dirty="0"/>
          </a:p>
          <a:p>
            <a:pPr marL="0" lvl="1" indent="0">
              <a:buNone/>
            </a:pPr>
            <a:r>
              <a:rPr lang="es-ES" dirty="0"/>
              <a:t>Técnicas que utilizan el análisis de datos para mejorar los procesos educativos</a:t>
            </a:r>
            <a:r>
              <a:rPr dirty="0"/>
              <a:t>.</a:t>
            </a:r>
            <a:endParaRPr lang="es-ES" dirty="0"/>
          </a:p>
          <a:p>
            <a:pPr marL="0" indent="0">
              <a:spcBef>
                <a:spcPts val="2500"/>
              </a:spcBef>
              <a:buFont typeface="Arial" panose="020B0604020202020204" pitchFamily="34" charset="0"/>
              <a:buNone/>
            </a:pPr>
            <a:r>
              <a:rPr lang="es-ES" b="1" dirty="0"/>
              <a:t>Bajo rendimiento vs Deserción </a:t>
            </a:r>
          </a:p>
          <a:p>
            <a:pPr marL="0" lvl="1" indent="0">
              <a:buFont typeface="Arial" panose="020B0604020202020204" pitchFamily="34" charset="0"/>
              <a:buNone/>
            </a:pPr>
            <a:r>
              <a:rPr lang="es-ES" dirty="0"/>
              <a:t>Hay que subrayar la diferencia entre suspender y abandonar. </a:t>
            </a:r>
          </a:p>
          <a:p>
            <a:pPr marL="0" indent="0">
              <a:spcBef>
                <a:spcPts val="2500"/>
              </a:spcBef>
              <a:buNone/>
            </a:pPr>
            <a:r>
              <a:rPr lang="es-ES" b="1" dirty="0"/>
              <a:t>Heterogeneidad de datos y estándares</a:t>
            </a:r>
          </a:p>
          <a:p>
            <a:pPr marL="0" lvl="1" indent="0">
              <a:buNone/>
            </a:pPr>
            <a:r>
              <a:rPr lang="es-ES" dirty="0"/>
              <a:t>Cada LMS estructura la información a su manera y es difícil encontrar un </a:t>
            </a:r>
            <a:r>
              <a:rPr lang="es-ES" dirty="0" err="1"/>
              <a:t>dataset</a:t>
            </a:r>
            <a:r>
              <a:rPr lang="es-ES" dirty="0"/>
              <a:t> que refleje la realidad. Se elige OULAD por:</a:t>
            </a:r>
          </a:p>
          <a:p>
            <a:pPr marL="285750" lvl="1" indent="-285750"/>
            <a:r>
              <a:rPr lang="es-ES" dirty="0"/>
              <a:t>Anonimidad.</a:t>
            </a:r>
          </a:p>
          <a:p>
            <a:pPr marL="285750" lvl="1" indent="-285750"/>
            <a:r>
              <a:rPr lang="es-ES" dirty="0"/>
              <a:t>Contraste con otros artículos.</a:t>
            </a:r>
          </a:p>
          <a:p>
            <a:pPr marL="285750" lvl="1" indent="-285750"/>
            <a:r>
              <a:rPr lang="es-ES" dirty="0"/>
              <a:t>Refleja la realidad.</a:t>
            </a:r>
          </a:p>
          <a:p>
            <a:pPr marL="0" lvl="1" indent="0">
              <a:buFont typeface="Arial" panose="020B0604020202020204" pitchFamily="34" charset="0"/>
              <a:buNone/>
            </a:pPr>
            <a:endParaRPr lang="es-ES" dirty="0"/>
          </a:p>
        </p:txBody>
      </p:sp>
      <p:sp>
        <p:nvSpPr>
          <p:cNvPr id="3" name="Marcador de fecha 2">
            <a:extLst>
              <a:ext uri="{FF2B5EF4-FFF2-40B4-BE49-F238E27FC236}">
                <a16:creationId xmlns:a16="http://schemas.microsoft.com/office/drawing/2014/main" id="{FD8BECD0-A334-D1BC-ED7D-A9F7A3524EFC}"/>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1090B841-8DF1-6978-89C5-9153EA713814}"/>
              </a:ext>
            </a:extLst>
          </p:cNvPr>
          <p:cNvSpPr>
            <a:spLocks noGrp="1"/>
          </p:cNvSpPr>
          <p:nvPr>
            <p:ph type="ftr" sz="quarter" idx="11"/>
          </p:nvPr>
        </p:nvSpPr>
        <p:spPr>
          <a:xfrm>
            <a:off x="422699" y="6426091"/>
            <a:ext cx="4688732" cy="365125"/>
          </a:xfrm>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3792142E-E40A-12EF-89B0-7E8269DCE491}"/>
              </a:ext>
            </a:extLst>
          </p:cNvPr>
          <p:cNvSpPr>
            <a:spLocks noGrp="1"/>
          </p:cNvSpPr>
          <p:nvPr>
            <p:ph type="sldNum" sz="quarter" idx="12"/>
          </p:nvPr>
        </p:nvSpPr>
        <p:spPr/>
        <p:txBody>
          <a:bodyPr/>
          <a:lstStyle/>
          <a:p>
            <a:pPr rtl="0"/>
            <a:fld id="{DD84031F-D6BF-4677-B12E-7D8B88BA70F7}" type="slidenum">
              <a:rPr lang="en-US" smtClean="0"/>
              <a:t>4</a:t>
            </a:fld>
            <a:endParaRPr lang="en-US"/>
          </a:p>
        </p:txBody>
      </p:sp>
      <p:pic>
        <p:nvPicPr>
          <p:cNvPr id="8" name="Imagen 7">
            <a:extLst>
              <a:ext uri="{FF2B5EF4-FFF2-40B4-BE49-F238E27FC236}">
                <a16:creationId xmlns:a16="http://schemas.microsoft.com/office/drawing/2014/main" id="{F1BBC21C-19FD-5408-97E5-355BB16A162A}"/>
              </a:ext>
            </a:extLst>
          </p:cNvPr>
          <p:cNvPicPr>
            <a:picLocks noChangeAspect="1"/>
          </p:cNvPicPr>
          <p:nvPr/>
        </p:nvPicPr>
        <p:blipFill>
          <a:blip r:embed="rId3"/>
          <a:stretch>
            <a:fillRect/>
          </a:stretch>
        </p:blipFill>
        <p:spPr>
          <a:xfrm>
            <a:off x="9918084" y="99023"/>
            <a:ext cx="1871580" cy="799949"/>
          </a:xfrm>
          <a:prstGeom prst="rect">
            <a:avLst/>
          </a:prstGeom>
        </p:spPr>
      </p:pic>
      <p:sp>
        <p:nvSpPr>
          <p:cNvPr id="9" name="Título 1">
            <a:extLst>
              <a:ext uri="{FF2B5EF4-FFF2-40B4-BE49-F238E27FC236}">
                <a16:creationId xmlns:a16="http://schemas.microsoft.com/office/drawing/2014/main" id="{31B0B5DB-3568-E030-7F47-4F2CBE63FEF0}"/>
              </a:ext>
            </a:extLst>
          </p:cNvPr>
          <p:cNvSpPr txBox="1">
            <a:spLocks/>
          </p:cNvSpPr>
          <p:nvPr/>
        </p:nvSpPr>
        <p:spPr>
          <a:xfrm>
            <a:off x="730683" y="1134637"/>
            <a:ext cx="6476029" cy="1439210"/>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endParaRPr lang="es-ES" dirty="0"/>
          </a:p>
        </p:txBody>
      </p:sp>
      <p:sp>
        <p:nvSpPr>
          <p:cNvPr id="10" name="Título 1">
            <a:extLst>
              <a:ext uri="{FF2B5EF4-FFF2-40B4-BE49-F238E27FC236}">
                <a16:creationId xmlns:a16="http://schemas.microsoft.com/office/drawing/2014/main" id="{ECCC3199-520A-897A-84FC-1485412023BC}"/>
              </a:ext>
            </a:extLst>
          </p:cNvPr>
          <p:cNvSpPr txBox="1">
            <a:spLocks/>
          </p:cNvSpPr>
          <p:nvPr/>
        </p:nvSpPr>
        <p:spPr>
          <a:xfrm>
            <a:off x="792677" y="1236348"/>
            <a:ext cx="6476029" cy="608922"/>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Marco teórico</a:t>
            </a:r>
          </a:p>
        </p:txBody>
      </p:sp>
      <p:cxnSp>
        <p:nvCxnSpPr>
          <p:cNvPr id="12" name="Conector recto 11">
            <a:extLst>
              <a:ext uri="{FF2B5EF4-FFF2-40B4-BE49-F238E27FC236}">
                <a16:creationId xmlns:a16="http://schemas.microsoft.com/office/drawing/2014/main" id="{B6C58481-6EC0-70CB-420C-DAB84042DDA2}"/>
              </a:ext>
            </a:extLst>
          </p:cNvPr>
          <p:cNvCxnSpPr/>
          <p:nvPr/>
        </p:nvCxnSpPr>
        <p:spPr>
          <a:xfrm>
            <a:off x="875654" y="1658319"/>
            <a:ext cx="5292671" cy="0"/>
          </a:xfrm>
          <a:prstGeom prst="line">
            <a:avLst/>
          </a:prstGeom>
        </p:spPr>
        <p:style>
          <a:lnRef idx="2">
            <a:schemeClr val="accent1"/>
          </a:lnRef>
          <a:fillRef idx="0">
            <a:schemeClr val="accent1"/>
          </a:fillRef>
          <a:effectRef idx="1">
            <a:schemeClr val="accent1"/>
          </a:effectRef>
          <a:fontRef idx="minor">
            <a:schemeClr val="tx1"/>
          </a:fontRef>
        </p:style>
      </p:cxnSp>
      <p:pic>
        <p:nvPicPr>
          <p:cNvPr id="17" name="Imagen 16">
            <a:extLst>
              <a:ext uri="{FF2B5EF4-FFF2-40B4-BE49-F238E27FC236}">
                <a16:creationId xmlns:a16="http://schemas.microsoft.com/office/drawing/2014/main" id="{5EED40F8-EFA2-044A-D838-609FE6883864}"/>
              </a:ext>
            </a:extLst>
          </p:cNvPr>
          <p:cNvPicPr>
            <a:picLocks noChangeAspect="1"/>
          </p:cNvPicPr>
          <p:nvPr/>
        </p:nvPicPr>
        <p:blipFill>
          <a:blip r:embed="rId4"/>
          <a:srcRect l="53920" t="14618" b="10173"/>
          <a:stretch>
            <a:fillRect/>
          </a:stretch>
        </p:blipFill>
        <p:spPr>
          <a:xfrm>
            <a:off x="6540286" y="1294108"/>
            <a:ext cx="5420004" cy="4993213"/>
          </a:xfrm>
          <a:prstGeom prst="rect">
            <a:avLst/>
          </a:prstGeom>
        </p:spPr>
      </p:pic>
    </p:spTree>
    <p:extLst>
      <p:ext uri="{BB962C8B-B14F-4D97-AF65-F5344CB8AC3E}">
        <p14:creationId xmlns:p14="http://schemas.microsoft.com/office/powerpoint/2010/main" val="103504492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F7788E-29B7-C54B-52D9-8CFDCFB39FAC}"/>
              </a:ext>
            </a:extLst>
          </p:cNvPr>
          <p:cNvSpPr>
            <a:spLocks noGrp="1"/>
          </p:cNvSpPr>
          <p:nvPr>
            <p:ph type="title"/>
          </p:nvPr>
        </p:nvSpPr>
        <p:spPr>
          <a:xfrm>
            <a:off x="792677" y="541943"/>
            <a:ext cx="8881149" cy="1317854"/>
          </a:xfrm>
        </p:spPr>
        <p:txBody>
          <a:bodyPr anchor="b">
            <a:normAutofit fontScale="90000"/>
          </a:bodyPr>
          <a:lstStyle/>
          <a:p>
            <a:r>
              <a:rPr lang="es-ES" sz="4000" dirty="0">
                <a:solidFill>
                  <a:schemeClr val="tx1"/>
                </a:solidFill>
              </a:rPr>
              <a:t>Comprensión del negocio III</a:t>
            </a:r>
            <a:br>
              <a:rPr lang="es-ES" sz="5000" dirty="0"/>
            </a:br>
            <a:endParaRPr lang="es-ES" sz="5000" dirty="0"/>
          </a:p>
        </p:txBody>
      </p:sp>
      <p:graphicFrame>
        <p:nvGraphicFramePr>
          <p:cNvPr id="7" name="Marcador de contenido 2">
            <a:extLst>
              <a:ext uri="{FF2B5EF4-FFF2-40B4-BE49-F238E27FC236}">
                <a16:creationId xmlns:a16="http://schemas.microsoft.com/office/drawing/2014/main" id="{CD50EBF8-B47C-C9A8-EC0F-D2364B60B7B6}"/>
              </a:ext>
            </a:extLst>
          </p:cNvPr>
          <p:cNvGraphicFramePr>
            <a:graphicFrameLocks noGrp="1"/>
          </p:cNvGraphicFramePr>
          <p:nvPr>
            <p:ph sz="quarter" idx="13"/>
            <p:extLst>
              <p:ext uri="{D42A27DB-BD31-4B8C-83A1-F6EECF244321}">
                <p14:modId xmlns:p14="http://schemas.microsoft.com/office/powerpoint/2010/main" val="424042680"/>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792676" y="4060556"/>
          <a:ext cx="10865922" cy="23510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Marcador de fecha 3">
            <a:extLst>
              <a:ext uri="{FF2B5EF4-FFF2-40B4-BE49-F238E27FC236}">
                <a16:creationId xmlns:a16="http://schemas.microsoft.com/office/drawing/2014/main" id="{C9E577F5-579A-E688-279F-04000363987E}"/>
              </a:ext>
            </a:extLst>
          </p:cNvPr>
          <p:cNvSpPr>
            <a:spLocks noGrp="1"/>
          </p:cNvSpPr>
          <p:nvPr>
            <p:ph type="dt" sz="half" idx="10"/>
          </p:nvPr>
        </p:nvSpPr>
        <p:spPr/>
        <p:txBody>
          <a:bodyPr/>
          <a:lstStyle/>
          <a:p>
            <a:pPr rtl="0"/>
            <a:r>
              <a:rPr lang="es-ES"/>
              <a:t>4/8/2025</a:t>
            </a:r>
            <a:endParaRPr lang="en-US"/>
          </a:p>
        </p:txBody>
      </p:sp>
      <p:sp>
        <p:nvSpPr>
          <p:cNvPr id="5" name="Marcador de pie de página 4">
            <a:extLst>
              <a:ext uri="{FF2B5EF4-FFF2-40B4-BE49-F238E27FC236}">
                <a16:creationId xmlns:a16="http://schemas.microsoft.com/office/drawing/2014/main" id="{94F3CC7A-3B14-7A5E-95FB-B6823E7281A9}"/>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número de diapositiva 5">
            <a:extLst>
              <a:ext uri="{FF2B5EF4-FFF2-40B4-BE49-F238E27FC236}">
                <a16:creationId xmlns:a16="http://schemas.microsoft.com/office/drawing/2014/main" id="{0E8D07AF-C0A9-47CF-7586-7590C1C12460}"/>
              </a:ext>
            </a:extLst>
          </p:cNvPr>
          <p:cNvSpPr>
            <a:spLocks noGrp="1"/>
          </p:cNvSpPr>
          <p:nvPr>
            <p:ph type="sldNum" sz="quarter" idx="12"/>
          </p:nvPr>
        </p:nvSpPr>
        <p:spPr/>
        <p:txBody>
          <a:bodyPr/>
          <a:lstStyle/>
          <a:p>
            <a:pPr rtl="0"/>
            <a:fld id="{DD84031F-D6BF-4677-B12E-7D8B88BA70F7}" type="slidenum">
              <a:rPr lang="en-US" smtClean="0"/>
              <a:t>5</a:t>
            </a:fld>
            <a:endParaRPr lang="en-US"/>
          </a:p>
        </p:txBody>
      </p:sp>
      <p:pic>
        <p:nvPicPr>
          <p:cNvPr id="3" name="Imagen 2">
            <a:extLst>
              <a:ext uri="{FF2B5EF4-FFF2-40B4-BE49-F238E27FC236}">
                <a16:creationId xmlns:a16="http://schemas.microsoft.com/office/drawing/2014/main" id="{7C5F1346-CE99-AC55-5843-5B56F6273DBD}"/>
              </a:ext>
            </a:extLst>
          </p:cNvPr>
          <p:cNvPicPr>
            <a:picLocks noChangeAspect="1"/>
          </p:cNvPicPr>
          <p:nvPr/>
        </p:nvPicPr>
        <p:blipFill>
          <a:blip r:embed="rId8"/>
          <a:stretch>
            <a:fillRect/>
          </a:stretch>
        </p:blipFill>
        <p:spPr>
          <a:xfrm>
            <a:off x="9918084" y="292752"/>
            <a:ext cx="1871580" cy="799949"/>
          </a:xfrm>
          <a:prstGeom prst="rect">
            <a:avLst/>
          </a:prstGeom>
        </p:spPr>
      </p:pic>
      <p:sp>
        <p:nvSpPr>
          <p:cNvPr id="8" name="Título 1">
            <a:extLst>
              <a:ext uri="{FF2B5EF4-FFF2-40B4-BE49-F238E27FC236}">
                <a16:creationId xmlns:a16="http://schemas.microsoft.com/office/drawing/2014/main" id="{CE62ECC4-BBA7-2CCB-6186-1CEB79C50555}"/>
              </a:ext>
            </a:extLst>
          </p:cNvPr>
          <p:cNvSpPr txBox="1">
            <a:spLocks/>
          </p:cNvSpPr>
          <p:nvPr/>
        </p:nvSpPr>
        <p:spPr>
          <a:xfrm>
            <a:off x="792677" y="1236348"/>
            <a:ext cx="6476029" cy="608922"/>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DATASET OULAD</a:t>
            </a:r>
          </a:p>
        </p:txBody>
      </p:sp>
      <p:cxnSp>
        <p:nvCxnSpPr>
          <p:cNvPr id="9" name="Conector recto 8">
            <a:extLst>
              <a:ext uri="{FF2B5EF4-FFF2-40B4-BE49-F238E27FC236}">
                <a16:creationId xmlns:a16="http://schemas.microsoft.com/office/drawing/2014/main" id="{B7938D5A-34AE-C50A-FEB8-5D545C32AEE8}"/>
              </a:ext>
            </a:extLst>
          </p:cNvPr>
          <p:cNvCxnSpPr/>
          <p:nvPr/>
        </p:nvCxnSpPr>
        <p:spPr>
          <a:xfrm>
            <a:off x="875654" y="1658319"/>
            <a:ext cx="5292671" cy="0"/>
          </a:xfrm>
          <a:prstGeom prst="line">
            <a:avLst/>
          </a:prstGeom>
        </p:spPr>
        <p:style>
          <a:lnRef idx="2">
            <a:schemeClr val="accent1"/>
          </a:lnRef>
          <a:fillRef idx="0">
            <a:schemeClr val="accent1"/>
          </a:fillRef>
          <a:effectRef idx="1">
            <a:schemeClr val="accent1"/>
          </a:effectRef>
          <a:fontRef idx="minor">
            <a:schemeClr val="tx1"/>
          </a:fontRef>
        </p:style>
      </p:cxnSp>
      <p:sp>
        <p:nvSpPr>
          <p:cNvPr id="10" name="CuadroTexto 9">
            <a:extLst>
              <a:ext uri="{FF2B5EF4-FFF2-40B4-BE49-F238E27FC236}">
                <a16:creationId xmlns:a16="http://schemas.microsoft.com/office/drawing/2014/main" id="{24F90449-747F-4F7A-40F3-C22AE82B9DF9}"/>
              </a:ext>
            </a:extLst>
          </p:cNvPr>
          <p:cNvSpPr txBox="1"/>
          <p:nvPr/>
        </p:nvSpPr>
        <p:spPr>
          <a:xfrm>
            <a:off x="792676" y="1976464"/>
            <a:ext cx="10304109" cy="1200329"/>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s-ES" dirty="0"/>
              <a:t>Base de datos real de la Open </a:t>
            </a:r>
            <a:r>
              <a:rPr lang="es-ES" dirty="0" err="1"/>
              <a:t>University</a:t>
            </a:r>
            <a:r>
              <a:rPr lang="es-ES" dirty="0"/>
              <a:t> de Londres</a:t>
            </a:r>
          </a:p>
          <a:p>
            <a:pPr marL="285750" indent="-285750">
              <a:buFont typeface="Arial" panose="020B0604020202020204" pitchFamily="34" charset="0"/>
              <a:buChar char="•"/>
            </a:pPr>
            <a:r>
              <a:rPr lang="es-ES" dirty="0"/>
              <a:t>32.000 estudiantes.</a:t>
            </a:r>
          </a:p>
          <a:p>
            <a:pPr marL="285750" indent="-285750">
              <a:buFont typeface="Arial" panose="020B0604020202020204" pitchFamily="34" charset="0"/>
              <a:buChar char="•"/>
            </a:pPr>
            <a:r>
              <a:rPr lang="es-ES" dirty="0"/>
              <a:t>Más de 10 millones de iteraciones</a:t>
            </a:r>
          </a:p>
          <a:p>
            <a:pPr marL="285750" indent="-285750">
              <a:buFont typeface="Arial" panose="020B0604020202020204" pitchFamily="34" charset="0"/>
              <a:buChar char="•"/>
            </a:pPr>
            <a:r>
              <a:rPr lang="es-ES" dirty="0"/>
              <a:t>Tiempo en días relativos al inicio del curso.</a:t>
            </a:r>
          </a:p>
        </p:txBody>
      </p:sp>
      <p:pic>
        <p:nvPicPr>
          <p:cNvPr id="12" name="Gráfico 11" descr="Birrete con relleno sólido">
            <a:extLst>
              <a:ext uri="{FF2B5EF4-FFF2-40B4-BE49-F238E27FC236}">
                <a16:creationId xmlns:a16="http://schemas.microsoft.com/office/drawing/2014/main" id="{74FEC484-6E8C-10C8-EAD8-AE4FB1BFA57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102503" y="3383836"/>
            <a:ext cx="676720" cy="676720"/>
          </a:xfrm>
          <a:prstGeom prst="rect">
            <a:avLst/>
          </a:prstGeom>
        </p:spPr>
      </p:pic>
      <p:pic>
        <p:nvPicPr>
          <p:cNvPr id="16" name="Gráfico 15" descr="Dirigir dos pines por un camino con relleno sólido">
            <a:extLst>
              <a:ext uri="{FF2B5EF4-FFF2-40B4-BE49-F238E27FC236}">
                <a16:creationId xmlns:a16="http://schemas.microsoft.com/office/drawing/2014/main" id="{143620DE-CE11-D427-5BA4-CA4D630332C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96027" y="3268230"/>
            <a:ext cx="777799" cy="777799"/>
          </a:xfrm>
          <a:prstGeom prst="rect">
            <a:avLst/>
          </a:prstGeom>
        </p:spPr>
      </p:pic>
      <p:pic>
        <p:nvPicPr>
          <p:cNvPr id="18" name="Gráfico 17" descr="Portapapeles comprobado con relleno sólido">
            <a:extLst>
              <a:ext uri="{FF2B5EF4-FFF2-40B4-BE49-F238E27FC236}">
                <a16:creationId xmlns:a16="http://schemas.microsoft.com/office/drawing/2014/main" id="{62264316-ED7E-3774-2BAB-EE44E25DC00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882575" y="3429000"/>
            <a:ext cx="571500" cy="571500"/>
          </a:xfrm>
          <a:prstGeom prst="rect">
            <a:avLst/>
          </a:prstGeom>
        </p:spPr>
      </p:pic>
    </p:spTree>
    <p:extLst>
      <p:ext uri="{BB962C8B-B14F-4D97-AF65-F5344CB8AC3E}">
        <p14:creationId xmlns:p14="http://schemas.microsoft.com/office/powerpoint/2010/main" val="56150143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A9FE-F7F4-2CEB-750D-C69AB4F7A9E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EE56208-4735-8C1D-8078-4CF460309D3C}"/>
              </a:ext>
            </a:extLst>
          </p:cNvPr>
          <p:cNvSpPr>
            <a:spLocks noGrp="1"/>
          </p:cNvSpPr>
          <p:nvPr>
            <p:ph type="title"/>
          </p:nvPr>
        </p:nvSpPr>
        <p:spPr>
          <a:xfrm>
            <a:off x="792677" y="541943"/>
            <a:ext cx="8881149" cy="1317854"/>
          </a:xfrm>
        </p:spPr>
        <p:txBody>
          <a:bodyPr anchor="b">
            <a:normAutofit fontScale="90000"/>
          </a:bodyPr>
          <a:lstStyle/>
          <a:p>
            <a:r>
              <a:rPr lang="es-ES" sz="4000" dirty="0">
                <a:solidFill>
                  <a:schemeClr val="tx1"/>
                </a:solidFill>
              </a:rPr>
              <a:t>Comprensión del negocio IV</a:t>
            </a:r>
            <a:br>
              <a:rPr lang="es-ES" sz="5000" dirty="0"/>
            </a:br>
            <a:endParaRPr lang="es-ES" sz="5000" dirty="0"/>
          </a:p>
        </p:txBody>
      </p:sp>
      <p:sp>
        <p:nvSpPr>
          <p:cNvPr id="4" name="Marcador de fecha 3">
            <a:extLst>
              <a:ext uri="{FF2B5EF4-FFF2-40B4-BE49-F238E27FC236}">
                <a16:creationId xmlns:a16="http://schemas.microsoft.com/office/drawing/2014/main" id="{F59EEAE5-FB32-CDFA-9EBD-ADDC9899F713}"/>
              </a:ext>
            </a:extLst>
          </p:cNvPr>
          <p:cNvSpPr>
            <a:spLocks noGrp="1"/>
          </p:cNvSpPr>
          <p:nvPr>
            <p:ph type="dt" sz="half" idx="10"/>
          </p:nvPr>
        </p:nvSpPr>
        <p:spPr/>
        <p:txBody>
          <a:bodyPr/>
          <a:lstStyle/>
          <a:p>
            <a:pPr rtl="0"/>
            <a:r>
              <a:rPr lang="es-ES"/>
              <a:t>4/8/2025</a:t>
            </a:r>
            <a:endParaRPr lang="en-US"/>
          </a:p>
        </p:txBody>
      </p:sp>
      <p:sp>
        <p:nvSpPr>
          <p:cNvPr id="5" name="Marcador de pie de página 4">
            <a:extLst>
              <a:ext uri="{FF2B5EF4-FFF2-40B4-BE49-F238E27FC236}">
                <a16:creationId xmlns:a16="http://schemas.microsoft.com/office/drawing/2014/main" id="{712FDA99-469B-C2ED-CA04-6A7DE4E5D5C9}"/>
              </a:ext>
            </a:extLst>
          </p:cNvPr>
          <p:cNvSpPr>
            <a:spLocks noGrp="1"/>
          </p:cNvSpPr>
          <p:nvPr>
            <p:ph type="ftr" sz="quarter" idx="11"/>
          </p:nvPr>
        </p:nvSpPr>
        <p:spPr>
          <a:xfrm>
            <a:off x="422699" y="6426091"/>
            <a:ext cx="4688732" cy="365125"/>
          </a:xfrm>
        </p:spPr>
        <p:txBody>
          <a:bodyPr/>
          <a:lstStyle/>
          <a:p>
            <a:pPr rtl="0"/>
            <a:r>
              <a:rPr lang="es-ES"/>
              <a:t>Texto de ejemplo para el pie de página</a:t>
            </a:r>
            <a:endParaRPr lang="es"/>
          </a:p>
        </p:txBody>
      </p:sp>
      <p:sp>
        <p:nvSpPr>
          <p:cNvPr id="6" name="Marcador de número de diapositiva 5">
            <a:extLst>
              <a:ext uri="{FF2B5EF4-FFF2-40B4-BE49-F238E27FC236}">
                <a16:creationId xmlns:a16="http://schemas.microsoft.com/office/drawing/2014/main" id="{C4C4C1F8-5F53-611D-404A-47523DD86D98}"/>
              </a:ext>
            </a:extLst>
          </p:cNvPr>
          <p:cNvSpPr>
            <a:spLocks noGrp="1"/>
          </p:cNvSpPr>
          <p:nvPr>
            <p:ph type="sldNum" sz="quarter" idx="12"/>
          </p:nvPr>
        </p:nvSpPr>
        <p:spPr/>
        <p:txBody>
          <a:bodyPr/>
          <a:lstStyle/>
          <a:p>
            <a:pPr rtl="0"/>
            <a:fld id="{DD84031F-D6BF-4677-B12E-7D8B88BA70F7}" type="slidenum">
              <a:rPr lang="en-US" smtClean="0"/>
              <a:t>6</a:t>
            </a:fld>
            <a:endParaRPr lang="en-US"/>
          </a:p>
        </p:txBody>
      </p:sp>
      <p:pic>
        <p:nvPicPr>
          <p:cNvPr id="3" name="Imagen 2">
            <a:extLst>
              <a:ext uri="{FF2B5EF4-FFF2-40B4-BE49-F238E27FC236}">
                <a16:creationId xmlns:a16="http://schemas.microsoft.com/office/drawing/2014/main" id="{01F17DFA-083D-1F12-CBE6-DE1E3E3D9695}"/>
              </a:ext>
            </a:extLst>
          </p:cNvPr>
          <p:cNvPicPr>
            <a:picLocks noChangeAspect="1"/>
          </p:cNvPicPr>
          <p:nvPr/>
        </p:nvPicPr>
        <p:blipFill>
          <a:blip r:embed="rId3"/>
          <a:stretch>
            <a:fillRect/>
          </a:stretch>
        </p:blipFill>
        <p:spPr>
          <a:xfrm>
            <a:off x="9918084" y="292752"/>
            <a:ext cx="1871580" cy="799949"/>
          </a:xfrm>
          <a:prstGeom prst="rect">
            <a:avLst/>
          </a:prstGeom>
        </p:spPr>
      </p:pic>
      <p:sp>
        <p:nvSpPr>
          <p:cNvPr id="8" name="Título 1">
            <a:extLst>
              <a:ext uri="{FF2B5EF4-FFF2-40B4-BE49-F238E27FC236}">
                <a16:creationId xmlns:a16="http://schemas.microsoft.com/office/drawing/2014/main" id="{34D51CA4-609D-D920-2D8A-C474404294E7}"/>
              </a:ext>
            </a:extLst>
          </p:cNvPr>
          <p:cNvSpPr txBox="1">
            <a:spLocks/>
          </p:cNvSpPr>
          <p:nvPr/>
        </p:nvSpPr>
        <p:spPr>
          <a:xfrm>
            <a:off x="875654" y="1250875"/>
            <a:ext cx="6476029" cy="608922"/>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SOLUCIÓN PROPUESTA: SISTEMA HÍBRIDO</a:t>
            </a:r>
          </a:p>
        </p:txBody>
      </p:sp>
      <p:cxnSp>
        <p:nvCxnSpPr>
          <p:cNvPr id="9" name="Conector recto 8">
            <a:extLst>
              <a:ext uri="{FF2B5EF4-FFF2-40B4-BE49-F238E27FC236}">
                <a16:creationId xmlns:a16="http://schemas.microsoft.com/office/drawing/2014/main" id="{5E8E52CC-E471-A055-86FB-02F5360E0CAB}"/>
              </a:ext>
            </a:extLst>
          </p:cNvPr>
          <p:cNvCxnSpPr/>
          <p:nvPr/>
        </p:nvCxnSpPr>
        <p:spPr>
          <a:xfrm>
            <a:off x="945397" y="1712563"/>
            <a:ext cx="5292671" cy="0"/>
          </a:xfrm>
          <a:prstGeom prst="line">
            <a:avLst/>
          </a:prstGeom>
        </p:spPr>
        <p:style>
          <a:lnRef idx="2">
            <a:schemeClr val="accent1"/>
          </a:lnRef>
          <a:fillRef idx="0">
            <a:schemeClr val="accent1"/>
          </a:fillRef>
          <a:effectRef idx="1">
            <a:schemeClr val="accent1"/>
          </a:effectRef>
          <a:fontRef idx="minor">
            <a:schemeClr val="tx1"/>
          </a:fontRef>
        </p:style>
      </p:cxnSp>
      <p:pic>
        <p:nvPicPr>
          <p:cNvPr id="11" name="Gráfico 10" descr="Base de datos con relleno sólido">
            <a:extLst>
              <a:ext uri="{FF2B5EF4-FFF2-40B4-BE49-F238E27FC236}">
                <a16:creationId xmlns:a16="http://schemas.microsoft.com/office/drawing/2014/main" id="{84403595-15D8-8CC7-42EC-2E56FB88D80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02320" y="2111529"/>
            <a:ext cx="914400" cy="914400"/>
          </a:xfrm>
          <a:prstGeom prst="rect">
            <a:avLst/>
          </a:prstGeom>
        </p:spPr>
      </p:pic>
      <p:sp>
        <p:nvSpPr>
          <p:cNvPr id="12" name="CuadroTexto 11">
            <a:extLst>
              <a:ext uri="{FF2B5EF4-FFF2-40B4-BE49-F238E27FC236}">
                <a16:creationId xmlns:a16="http://schemas.microsoft.com/office/drawing/2014/main" id="{9CEFC8F6-3C67-DCA3-097F-83ACEBF3F83B}"/>
              </a:ext>
            </a:extLst>
          </p:cNvPr>
          <p:cNvSpPr txBox="1"/>
          <p:nvPr/>
        </p:nvSpPr>
        <p:spPr>
          <a:xfrm>
            <a:off x="1102320" y="3022019"/>
            <a:ext cx="968983" cy="646331"/>
          </a:xfrm>
          <a:prstGeom prst="rect">
            <a:avLst/>
          </a:prstGeom>
          <a:noFill/>
        </p:spPr>
        <p:txBody>
          <a:bodyPr wrap="none" rtlCol="0">
            <a:spAutoFit/>
          </a:bodyPr>
          <a:lstStyle/>
          <a:p>
            <a:pPr algn="ctr"/>
            <a:r>
              <a:rPr lang="es-ES" dirty="0"/>
              <a:t>DATOS </a:t>
            </a:r>
            <a:br>
              <a:rPr lang="es-ES" dirty="0"/>
            </a:br>
            <a:r>
              <a:rPr lang="es-ES" dirty="0"/>
              <a:t>OULAD</a:t>
            </a:r>
          </a:p>
        </p:txBody>
      </p:sp>
      <p:cxnSp>
        <p:nvCxnSpPr>
          <p:cNvPr id="14" name="Conector recto de flecha 13">
            <a:extLst>
              <a:ext uri="{FF2B5EF4-FFF2-40B4-BE49-F238E27FC236}">
                <a16:creationId xmlns:a16="http://schemas.microsoft.com/office/drawing/2014/main" id="{AC0D9595-EBF3-EF94-3EE7-C272B4A9882F}"/>
              </a:ext>
            </a:extLst>
          </p:cNvPr>
          <p:cNvCxnSpPr>
            <a:cxnSpLocks/>
          </p:cNvCxnSpPr>
          <p:nvPr/>
        </p:nvCxnSpPr>
        <p:spPr>
          <a:xfrm>
            <a:off x="1531823" y="3789094"/>
            <a:ext cx="0" cy="81104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pic>
        <p:nvPicPr>
          <p:cNvPr id="17" name="Gráfico 16" descr="Herramientas de minería con relleno sólido">
            <a:extLst>
              <a:ext uri="{FF2B5EF4-FFF2-40B4-BE49-F238E27FC236}">
                <a16:creationId xmlns:a16="http://schemas.microsoft.com/office/drawing/2014/main" id="{85BE5541-F6E6-BBD0-DC33-CB3A5768994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38098" y="4653117"/>
            <a:ext cx="914400" cy="914400"/>
          </a:xfrm>
          <a:prstGeom prst="rect">
            <a:avLst/>
          </a:prstGeom>
        </p:spPr>
      </p:pic>
      <p:sp>
        <p:nvSpPr>
          <p:cNvPr id="18" name="CuadroTexto 17">
            <a:extLst>
              <a:ext uri="{FF2B5EF4-FFF2-40B4-BE49-F238E27FC236}">
                <a16:creationId xmlns:a16="http://schemas.microsoft.com/office/drawing/2014/main" id="{EF8F81E6-A4D3-6FAF-B11C-2AC928974057}"/>
              </a:ext>
            </a:extLst>
          </p:cNvPr>
          <p:cNvSpPr txBox="1"/>
          <p:nvPr/>
        </p:nvSpPr>
        <p:spPr>
          <a:xfrm>
            <a:off x="238102" y="5620491"/>
            <a:ext cx="2413685" cy="646331"/>
          </a:xfrm>
          <a:prstGeom prst="rect">
            <a:avLst/>
          </a:prstGeom>
          <a:noFill/>
        </p:spPr>
        <p:txBody>
          <a:bodyPr wrap="square" rtlCol="0">
            <a:spAutoFit/>
          </a:bodyPr>
          <a:lstStyle/>
          <a:p>
            <a:pPr algn="ctr"/>
            <a:r>
              <a:rPr lang="es-ES" dirty="0"/>
              <a:t>INGENIERÍA DE</a:t>
            </a:r>
          </a:p>
          <a:p>
            <a:pPr algn="ctr"/>
            <a:r>
              <a:rPr lang="es-ES" dirty="0"/>
              <a:t>CARACTERÍSTICAS</a:t>
            </a:r>
          </a:p>
        </p:txBody>
      </p:sp>
      <p:cxnSp>
        <p:nvCxnSpPr>
          <p:cNvPr id="19" name="Conector recto de flecha 18">
            <a:extLst>
              <a:ext uri="{FF2B5EF4-FFF2-40B4-BE49-F238E27FC236}">
                <a16:creationId xmlns:a16="http://schemas.microsoft.com/office/drawing/2014/main" id="{44B3CF6C-58B7-C947-2430-0645340904A9}"/>
              </a:ext>
            </a:extLst>
          </p:cNvPr>
          <p:cNvCxnSpPr>
            <a:cxnSpLocks/>
          </p:cNvCxnSpPr>
          <p:nvPr/>
        </p:nvCxnSpPr>
        <p:spPr>
          <a:xfrm flipV="1">
            <a:off x="2025611" y="2940349"/>
            <a:ext cx="1522309" cy="1659794"/>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21" name="Conector recto de flecha 20">
            <a:extLst>
              <a:ext uri="{FF2B5EF4-FFF2-40B4-BE49-F238E27FC236}">
                <a16:creationId xmlns:a16="http://schemas.microsoft.com/office/drawing/2014/main" id="{19E94834-8F27-CF6D-7B57-EE02834A307F}"/>
              </a:ext>
            </a:extLst>
          </p:cNvPr>
          <p:cNvCxnSpPr>
            <a:cxnSpLocks/>
          </p:cNvCxnSpPr>
          <p:nvPr/>
        </p:nvCxnSpPr>
        <p:spPr>
          <a:xfrm>
            <a:off x="2154546" y="4951435"/>
            <a:ext cx="872745" cy="28815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pic>
        <p:nvPicPr>
          <p:cNvPr id="31" name="Imagen 30" descr="Diagrama&#10;&#10;El contenido generado por IA puede ser incorrecto.">
            <a:extLst>
              <a:ext uri="{FF2B5EF4-FFF2-40B4-BE49-F238E27FC236}">
                <a16:creationId xmlns:a16="http://schemas.microsoft.com/office/drawing/2014/main" id="{E4B25604-4DAF-F20F-0D29-C9D820C3D451}"/>
              </a:ext>
            </a:extLst>
          </p:cNvPr>
          <p:cNvPicPr>
            <a:picLocks noChangeAspect="1"/>
          </p:cNvPicPr>
          <p:nvPr/>
        </p:nvPicPr>
        <p:blipFill>
          <a:blip r:embed="rId6"/>
          <a:stretch>
            <a:fillRect/>
          </a:stretch>
        </p:blipFill>
        <p:spPr>
          <a:xfrm>
            <a:off x="3244267" y="4536940"/>
            <a:ext cx="2988553" cy="1659790"/>
          </a:xfrm>
          <a:prstGeom prst="rect">
            <a:avLst/>
          </a:prstGeom>
        </p:spPr>
      </p:pic>
      <p:sp>
        <p:nvSpPr>
          <p:cNvPr id="32" name="CuadroTexto 31">
            <a:extLst>
              <a:ext uri="{FF2B5EF4-FFF2-40B4-BE49-F238E27FC236}">
                <a16:creationId xmlns:a16="http://schemas.microsoft.com/office/drawing/2014/main" id="{9F313151-E56B-9D3A-F686-85ADB0E14EA7}"/>
              </a:ext>
            </a:extLst>
          </p:cNvPr>
          <p:cNvSpPr txBox="1"/>
          <p:nvPr/>
        </p:nvSpPr>
        <p:spPr>
          <a:xfrm>
            <a:off x="3321075" y="3775928"/>
            <a:ext cx="2774925" cy="646331"/>
          </a:xfrm>
          <a:prstGeom prst="rect">
            <a:avLst/>
          </a:prstGeom>
          <a:noFill/>
        </p:spPr>
        <p:txBody>
          <a:bodyPr wrap="square" rtlCol="0">
            <a:spAutoFit/>
          </a:bodyPr>
          <a:lstStyle/>
          <a:p>
            <a:pPr algn="ctr"/>
            <a:r>
              <a:rPr lang="es-ES" dirty="0"/>
              <a:t>Clasificadores basados en </a:t>
            </a:r>
            <a:r>
              <a:rPr lang="es-ES" dirty="0" err="1"/>
              <a:t>transformer</a:t>
            </a:r>
            <a:endParaRPr lang="es-ES" dirty="0"/>
          </a:p>
        </p:txBody>
      </p:sp>
      <p:sp>
        <p:nvSpPr>
          <p:cNvPr id="33" name="CuadroTexto 32">
            <a:extLst>
              <a:ext uri="{FF2B5EF4-FFF2-40B4-BE49-F238E27FC236}">
                <a16:creationId xmlns:a16="http://schemas.microsoft.com/office/drawing/2014/main" id="{6FC8923E-6279-C1A6-D128-730783E4E46F}"/>
              </a:ext>
            </a:extLst>
          </p:cNvPr>
          <p:cNvSpPr txBox="1"/>
          <p:nvPr/>
        </p:nvSpPr>
        <p:spPr>
          <a:xfrm>
            <a:off x="3378023" y="6289008"/>
            <a:ext cx="2413685" cy="369332"/>
          </a:xfrm>
          <a:prstGeom prst="rect">
            <a:avLst/>
          </a:prstGeom>
          <a:noFill/>
        </p:spPr>
        <p:txBody>
          <a:bodyPr wrap="square" rtlCol="0">
            <a:spAutoFit/>
          </a:bodyPr>
          <a:lstStyle/>
          <a:p>
            <a:pPr algn="ctr"/>
            <a:r>
              <a:rPr lang="es-ES" dirty="0" err="1"/>
              <a:t>AutoEncoder</a:t>
            </a:r>
            <a:endParaRPr lang="es-ES" dirty="0"/>
          </a:p>
        </p:txBody>
      </p:sp>
      <p:cxnSp>
        <p:nvCxnSpPr>
          <p:cNvPr id="34" name="Conector recto de flecha 33">
            <a:extLst>
              <a:ext uri="{FF2B5EF4-FFF2-40B4-BE49-F238E27FC236}">
                <a16:creationId xmlns:a16="http://schemas.microsoft.com/office/drawing/2014/main" id="{40DC55D7-53BD-B5CD-F54B-6884BE87845A}"/>
              </a:ext>
            </a:extLst>
          </p:cNvPr>
          <p:cNvCxnSpPr>
            <a:cxnSpLocks/>
          </p:cNvCxnSpPr>
          <p:nvPr/>
        </p:nvCxnSpPr>
        <p:spPr>
          <a:xfrm>
            <a:off x="6232820" y="5246345"/>
            <a:ext cx="467833"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3" name="Conector recto de flecha 12">
            <a:extLst>
              <a:ext uri="{FF2B5EF4-FFF2-40B4-BE49-F238E27FC236}">
                <a16:creationId xmlns:a16="http://schemas.microsoft.com/office/drawing/2014/main" id="{16F632BF-23C1-0CFC-8625-0526FF351BCB}"/>
              </a:ext>
            </a:extLst>
          </p:cNvPr>
          <p:cNvCxnSpPr>
            <a:cxnSpLocks/>
          </p:cNvCxnSpPr>
          <p:nvPr/>
        </p:nvCxnSpPr>
        <p:spPr>
          <a:xfrm>
            <a:off x="5604884" y="3166982"/>
            <a:ext cx="982232"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grpSp>
        <p:nvGrpSpPr>
          <p:cNvPr id="42" name="Grupo 41">
            <a:extLst>
              <a:ext uri="{FF2B5EF4-FFF2-40B4-BE49-F238E27FC236}">
                <a16:creationId xmlns:a16="http://schemas.microsoft.com/office/drawing/2014/main" id="{2B542340-9593-5FB5-2934-26A81B445446}"/>
              </a:ext>
            </a:extLst>
          </p:cNvPr>
          <p:cNvGrpSpPr/>
          <p:nvPr/>
        </p:nvGrpSpPr>
        <p:grpSpPr>
          <a:xfrm>
            <a:off x="3752168" y="2111529"/>
            <a:ext cx="1522309" cy="1500336"/>
            <a:chOff x="8968591" y="2105493"/>
            <a:chExt cx="1808942" cy="1839298"/>
          </a:xfrm>
        </p:grpSpPr>
        <p:grpSp>
          <p:nvGrpSpPr>
            <p:cNvPr id="24" name="Grupo 23">
              <a:extLst>
                <a:ext uri="{FF2B5EF4-FFF2-40B4-BE49-F238E27FC236}">
                  <a16:creationId xmlns:a16="http://schemas.microsoft.com/office/drawing/2014/main" id="{F7172B82-D8E1-8CA9-405A-1CAC6439C8ED}"/>
                </a:ext>
              </a:extLst>
            </p:cNvPr>
            <p:cNvGrpSpPr/>
            <p:nvPr/>
          </p:nvGrpSpPr>
          <p:grpSpPr>
            <a:xfrm>
              <a:off x="8968591" y="2105493"/>
              <a:ext cx="1199342" cy="1229698"/>
              <a:chOff x="8968591" y="2105493"/>
              <a:chExt cx="1199342" cy="1229698"/>
            </a:xfrm>
          </p:grpSpPr>
          <p:sp>
            <p:nvSpPr>
              <p:cNvPr id="23" name="Rectángulo 22">
                <a:extLst>
                  <a:ext uri="{FF2B5EF4-FFF2-40B4-BE49-F238E27FC236}">
                    <a16:creationId xmlns:a16="http://schemas.microsoft.com/office/drawing/2014/main" id="{EA379EA0-91B2-C93D-3C5F-0F8E4CE78520}"/>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a:p>
            </p:txBody>
          </p:sp>
          <p:pic>
            <p:nvPicPr>
              <p:cNvPr id="22" name="Gráfico 21">
                <a:extLst>
                  <a:ext uri="{FF2B5EF4-FFF2-40B4-BE49-F238E27FC236}">
                    <a16:creationId xmlns:a16="http://schemas.microsoft.com/office/drawing/2014/main" id="{F67AEB48-FD47-762C-5F5A-A9C15359D2D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nvGrpSpPr>
            <p:cNvPr id="25" name="Grupo 24">
              <a:extLst>
                <a:ext uri="{FF2B5EF4-FFF2-40B4-BE49-F238E27FC236}">
                  <a16:creationId xmlns:a16="http://schemas.microsoft.com/office/drawing/2014/main" id="{25206AA3-94D2-5A29-C8C7-2DF528D561D6}"/>
                </a:ext>
              </a:extLst>
            </p:cNvPr>
            <p:cNvGrpSpPr/>
            <p:nvPr/>
          </p:nvGrpSpPr>
          <p:grpSpPr>
            <a:xfrm>
              <a:off x="9120991" y="2257893"/>
              <a:ext cx="1199342" cy="1229698"/>
              <a:chOff x="8968591" y="2105493"/>
              <a:chExt cx="1199342" cy="1229698"/>
            </a:xfrm>
          </p:grpSpPr>
          <p:sp>
            <p:nvSpPr>
              <p:cNvPr id="26" name="Rectángulo 25">
                <a:extLst>
                  <a:ext uri="{FF2B5EF4-FFF2-40B4-BE49-F238E27FC236}">
                    <a16:creationId xmlns:a16="http://schemas.microsoft.com/office/drawing/2014/main" id="{2B8CFFA6-719C-84EA-822C-24A4DD0F33F6}"/>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a:p>
            </p:txBody>
          </p:sp>
          <p:pic>
            <p:nvPicPr>
              <p:cNvPr id="27" name="Gráfico 26">
                <a:extLst>
                  <a:ext uri="{FF2B5EF4-FFF2-40B4-BE49-F238E27FC236}">
                    <a16:creationId xmlns:a16="http://schemas.microsoft.com/office/drawing/2014/main" id="{CFCAEA80-6555-966A-2C09-2B75FF15BB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nvGrpSpPr>
            <p:cNvPr id="28" name="Grupo 27">
              <a:extLst>
                <a:ext uri="{FF2B5EF4-FFF2-40B4-BE49-F238E27FC236}">
                  <a16:creationId xmlns:a16="http://schemas.microsoft.com/office/drawing/2014/main" id="{0640A059-960E-2256-E930-3C567A45B4FC}"/>
                </a:ext>
              </a:extLst>
            </p:cNvPr>
            <p:cNvGrpSpPr/>
            <p:nvPr/>
          </p:nvGrpSpPr>
          <p:grpSpPr>
            <a:xfrm>
              <a:off x="9273391" y="2410293"/>
              <a:ext cx="1199342" cy="1229698"/>
              <a:chOff x="8968591" y="2105493"/>
              <a:chExt cx="1199342" cy="1229698"/>
            </a:xfrm>
          </p:grpSpPr>
          <p:sp>
            <p:nvSpPr>
              <p:cNvPr id="29" name="Rectángulo 28">
                <a:extLst>
                  <a:ext uri="{FF2B5EF4-FFF2-40B4-BE49-F238E27FC236}">
                    <a16:creationId xmlns:a16="http://schemas.microsoft.com/office/drawing/2014/main" id="{927EB4DE-F529-93A9-64F4-6BA5D3F81ED7}"/>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a:p>
            </p:txBody>
          </p:sp>
          <p:pic>
            <p:nvPicPr>
              <p:cNvPr id="35" name="Gráfico 34">
                <a:extLst>
                  <a:ext uri="{FF2B5EF4-FFF2-40B4-BE49-F238E27FC236}">
                    <a16:creationId xmlns:a16="http://schemas.microsoft.com/office/drawing/2014/main" id="{266F6AA6-9BF6-ED3B-0BEF-AD75DECD009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nvGrpSpPr>
            <p:cNvPr id="36" name="Grupo 35">
              <a:extLst>
                <a:ext uri="{FF2B5EF4-FFF2-40B4-BE49-F238E27FC236}">
                  <a16:creationId xmlns:a16="http://schemas.microsoft.com/office/drawing/2014/main" id="{43B73038-BE2E-2450-F5A9-6E3BF11BF597}"/>
                </a:ext>
              </a:extLst>
            </p:cNvPr>
            <p:cNvGrpSpPr/>
            <p:nvPr/>
          </p:nvGrpSpPr>
          <p:grpSpPr>
            <a:xfrm>
              <a:off x="9425791" y="2562693"/>
              <a:ext cx="1199342" cy="1229698"/>
              <a:chOff x="8968591" y="2105493"/>
              <a:chExt cx="1199342" cy="1229698"/>
            </a:xfrm>
          </p:grpSpPr>
          <p:sp>
            <p:nvSpPr>
              <p:cNvPr id="37" name="Rectángulo 36">
                <a:extLst>
                  <a:ext uri="{FF2B5EF4-FFF2-40B4-BE49-F238E27FC236}">
                    <a16:creationId xmlns:a16="http://schemas.microsoft.com/office/drawing/2014/main" id="{96F6615C-6CF9-F4A9-485B-0916D1931E32}"/>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a:p>
            </p:txBody>
          </p:sp>
          <p:pic>
            <p:nvPicPr>
              <p:cNvPr id="38" name="Gráfico 37">
                <a:extLst>
                  <a:ext uri="{FF2B5EF4-FFF2-40B4-BE49-F238E27FC236}">
                    <a16:creationId xmlns:a16="http://schemas.microsoft.com/office/drawing/2014/main" id="{5F1C4C12-2051-1831-44E0-7144483F339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nvGrpSpPr>
            <p:cNvPr id="39" name="Grupo 38">
              <a:extLst>
                <a:ext uri="{FF2B5EF4-FFF2-40B4-BE49-F238E27FC236}">
                  <a16:creationId xmlns:a16="http://schemas.microsoft.com/office/drawing/2014/main" id="{2B5D7B6C-32CF-9E2C-192D-600E45B353EB}"/>
                </a:ext>
              </a:extLst>
            </p:cNvPr>
            <p:cNvGrpSpPr/>
            <p:nvPr/>
          </p:nvGrpSpPr>
          <p:grpSpPr>
            <a:xfrm>
              <a:off x="9578191" y="2715093"/>
              <a:ext cx="1199342" cy="1229698"/>
              <a:chOff x="8968591" y="2105493"/>
              <a:chExt cx="1199342" cy="1229698"/>
            </a:xfrm>
          </p:grpSpPr>
          <p:sp>
            <p:nvSpPr>
              <p:cNvPr id="40" name="Rectángulo 39">
                <a:extLst>
                  <a:ext uri="{FF2B5EF4-FFF2-40B4-BE49-F238E27FC236}">
                    <a16:creationId xmlns:a16="http://schemas.microsoft.com/office/drawing/2014/main" id="{0F5C0B4B-8CB7-735B-85E3-0441E9857D5F}"/>
                  </a:ext>
                </a:extLst>
              </p:cNvPr>
              <p:cNvSpPr/>
              <p:nvPr/>
            </p:nvSpPr>
            <p:spPr>
              <a:xfrm>
                <a:off x="8968591" y="2105493"/>
                <a:ext cx="1199341" cy="122969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es-ES" dirty="0"/>
              </a:p>
            </p:txBody>
          </p:sp>
          <p:pic>
            <p:nvPicPr>
              <p:cNvPr id="41" name="Gráfico 40">
                <a:extLst>
                  <a:ext uri="{FF2B5EF4-FFF2-40B4-BE49-F238E27FC236}">
                    <a16:creationId xmlns:a16="http://schemas.microsoft.com/office/drawing/2014/main" id="{F433B991-D074-D5A2-3DBC-99158B3ED12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68592" y="2135850"/>
                <a:ext cx="1199341" cy="1199341"/>
              </a:xfrm>
              <a:prstGeom prst="rect">
                <a:avLst/>
              </a:prstGeom>
            </p:spPr>
          </p:pic>
        </p:grpSp>
      </p:grpSp>
      <p:pic>
        <p:nvPicPr>
          <p:cNvPr id="44" name="Imagen 43">
            <a:extLst>
              <a:ext uri="{FF2B5EF4-FFF2-40B4-BE49-F238E27FC236}">
                <a16:creationId xmlns:a16="http://schemas.microsoft.com/office/drawing/2014/main" id="{E2BA1976-9229-066A-2680-FF323FAA3F7C}"/>
              </a:ext>
            </a:extLst>
          </p:cNvPr>
          <p:cNvPicPr>
            <a:picLocks noChangeAspect="1"/>
          </p:cNvPicPr>
          <p:nvPr/>
        </p:nvPicPr>
        <p:blipFill>
          <a:blip r:embed="rId8"/>
          <a:stretch>
            <a:fillRect/>
          </a:stretch>
        </p:blipFill>
        <p:spPr>
          <a:xfrm>
            <a:off x="6844746" y="2369360"/>
            <a:ext cx="1255965" cy="1001452"/>
          </a:xfrm>
          <a:prstGeom prst="rect">
            <a:avLst/>
          </a:prstGeom>
        </p:spPr>
      </p:pic>
      <p:sp>
        <p:nvSpPr>
          <p:cNvPr id="45" name="CuadroTexto 44">
            <a:extLst>
              <a:ext uri="{FF2B5EF4-FFF2-40B4-BE49-F238E27FC236}">
                <a16:creationId xmlns:a16="http://schemas.microsoft.com/office/drawing/2014/main" id="{3C72EB79-ADD0-970C-EC8D-C08B00CE7ED6}"/>
              </a:ext>
            </a:extLst>
          </p:cNvPr>
          <p:cNvSpPr txBox="1"/>
          <p:nvPr/>
        </p:nvSpPr>
        <p:spPr>
          <a:xfrm>
            <a:off x="6540207" y="3370812"/>
            <a:ext cx="2014171" cy="369332"/>
          </a:xfrm>
          <a:prstGeom prst="rect">
            <a:avLst/>
          </a:prstGeom>
          <a:noFill/>
        </p:spPr>
        <p:txBody>
          <a:bodyPr wrap="square" rtlCol="0">
            <a:spAutoFit/>
          </a:bodyPr>
          <a:lstStyle/>
          <a:p>
            <a:pPr algn="ctr"/>
            <a:r>
              <a:rPr lang="es-ES" dirty="0"/>
              <a:t>XAI (IA Explicable)</a:t>
            </a:r>
          </a:p>
        </p:txBody>
      </p:sp>
      <p:grpSp>
        <p:nvGrpSpPr>
          <p:cNvPr id="75" name="Grupo 74">
            <a:extLst>
              <a:ext uri="{FF2B5EF4-FFF2-40B4-BE49-F238E27FC236}">
                <a16:creationId xmlns:a16="http://schemas.microsoft.com/office/drawing/2014/main" id="{B879D5D9-2D55-E14C-8A7F-07B5D28561E3}"/>
              </a:ext>
            </a:extLst>
          </p:cNvPr>
          <p:cNvGrpSpPr/>
          <p:nvPr/>
        </p:nvGrpSpPr>
        <p:grpSpPr>
          <a:xfrm>
            <a:off x="6896931" y="4583831"/>
            <a:ext cx="1666840" cy="1629828"/>
            <a:chOff x="7534884" y="4739472"/>
            <a:chExt cx="1666840" cy="1629828"/>
          </a:xfrm>
        </p:grpSpPr>
        <p:grpSp>
          <p:nvGrpSpPr>
            <p:cNvPr id="59" name="Grupo 58">
              <a:extLst>
                <a:ext uri="{FF2B5EF4-FFF2-40B4-BE49-F238E27FC236}">
                  <a16:creationId xmlns:a16="http://schemas.microsoft.com/office/drawing/2014/main" id="{D03FD95E-D8CF-6376-1785-BB707DD38DCC}"/>
                </a:ext>
              </a:extLst>
            </p:cNvPr>
            <p:cNvGrpSpPr/>
            <p:nvPr/>
          </p:nvGrpSpPr>
          <p:grpSpPr>
            <a:xfrm>
              <a:off x="7534884" y="4739472"/>
              <a:ext cx="1057240" cy="1020228"/>
              <a:chOff x="9115647" y="5160335"/>
              <a:chExt cx="1057240" cy="1020228"/>
            </a:xfrm>
          </p:grpSpPr>
          <p:sp>
            <p:nvSpPr>
              <p:cNvPr id="58" name="Rectángulo 57">
                <a:extLst>
                  <a:ext uri="{FF2B5EF4-FFF2-40B4-BE49-F238E27FC236}">
                    <a16:creationId xmlns:a16="http://schemas.microsoft.com/office/drawing/2014/main" id="{EACC77C3-CFB4-5977-198E-7831AC937F2A}"/>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55" name="Gráfico 54" descr="Diagrama de dispersión con relleno sólido">
                <a:extLst>
                  <a:ext uri="{FF2B5EF4-FFF2-40B4-BE49-F238E27FC236}">
                    <a16:creationId xmlns:a16="http://schemas.microsoft.com/office/drawing/2014/main" id="{A2E275A5-CBC5-3EF0-C1AA-F4E67D64235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187067" y="5160335"/>
                <a:ext cx="914400" cy="914400"/>
              </a:xfrm>
              <a:prstGeom prst="rect">
                <a:avLst/>
              </a:prstGeom>
            </p:spPr>
          </p:pic>
        </p:grpSp>
        <p:grpSp>
          <p:nvGrpSpPr>
            <p:cNvPr id="60" name="Grupo 59">
              <a:extLst>
                <a:ext uri="{FF2B5EF4-FFF2-40B4-BE49-F238E27FC236}">
                  <a16:creationId xmlns:a16="http://schemas.microsoft.com/office/drawing/2014/main" id="{0C94A0FC-CCB7-424C-8926-B178E3D254C9}"/>
                </a:ext>
              </a:extLst>
            </p:cNvPr>
            <p:cNvGrpSpPr/>
            <p:nvPr/>
          </p:nvGrpSpPr>
          <p:grpSpPr>
            <a:xfrm>
              <a:off x="7687284" y="4891872"/>
              <a:ext cx="1057240" cy="1020228"/>
              <a:chOff x="9115647" y="5160335"/>
              <a:chExt cx="1057240" cy="1020228"/>
            </a:xfrm>
          </p:grpSpPr>
          <p:sp>
            <p:nvSpPr>
              <p:cNvPr id="61" name="Rectángulo 60">
                <a:extLst>
                  <a:ext uri="{FF2B5EF4-FFF2-40B4-BE49-F238E27FC236}">
                    <a16:creationId xmlns:a16="http://schemas.microsoft.com/office/drawing/2014/main" id="{879A48E2-7787-0F86-B3C5-9F7D68889B65}"/>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62" name="Gráfico 61" descr="Diagrama de dispersión con relleno sólido">
                <a:extLst>
                  <a:ext uri="{FF2B5EF4-FFF2-40B4-BE49-F238E27FC236}">
                    <a16:creationId xmlns:a16="http://schemas.microsoft.com/office/drawing/2014/main" id="{9CF106A3-66E1-F00A-2185-7A8A152798B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187067" y="5160335"/>
                <a:ext cx="914400" cy="914400"/>
              </a:xfrm>
              <a:prstGeom prst="rect">
                <a:avLst/>
              </a:prstGeom>
            </p:spPr>
          </p:pic>
        </p:grpSp>
        <p:grpSp>
          <p:nvGrpSpPr>
            <p:cNvPr id="63" name="Grupo 62">
              <a:extLst>
                <a:ext uri="{FF2B5EF4-FFF2-40B4-BE49-F238E27FC236}">
                  <a16:creationId xmlns:a16="http://schemas.microsoft.com/office/drawing/2014/main" id="{975C61C0-4EF0-DD8A-D659-24CE5E1168A1}"/>
                </a:ext>
              </a:extLst>
            </p:cNvPr>
            <p:cNvGrpSpPr/>
            <p:nvPr/>
          </p:nvGrpSpPr>
          <p:grpSpPr>
            <a:xfrm>
              <a:off x="7839684" y="5044272"/>
              <a:ext cx="1057240" cy="1020228"/>
              <a:chOff x="9115647" y="5160335"/>
              <a:chExt cx="1057240" cy="1020228"/>
            </a:xfrm>
          </p:grpSpPr>
          <p:sp>
            <p:nvSpPr>
              <p:cNvPr id="64" name="Rectángulo 63">
                <a:extLst>
                  <a:ext uri="{FF2B5EF4-FFF2-40B4-BE49-F238E27FC236}">
                    <a16:creationId xmlns:a16="http://schemas.microsoft.com/office/drawing/2014/main" id="{0935F2DB-DA2F-F810-5FED-726D9B1A477C}"/>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65" name="Gráfico 64" descr="Diagrama de dispersión con relleno sólido">
                <a:extLst>
                  <a:ext uri="{FF2B5EF4-FFF2-40B4-BE49-F238E27FC236}">
                    <a16:creationId xmlns:a16="http://schemas.microsoft.com/office/drawing/2014/main" id="{527D9138-B2B8-85EE-71D2-09C5B9F9294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187067" y="5160335"/>
                <a:ext cx="914400" cy="914400"/>
              </a:xfrm>
              <a:prstGeom prst="rect">
                <a:avLst/>
              </a:prstGeom>
            </p:spPr>
          </p:pic>
        </p:grpSp>
        <p:grpSp>
          <p:nvGrpSpPr>
            <p:cNvPr id="66" name="Grupo 65">
              <a:extLst>
                <a:ext uri="{FF2B5EF4-FFF2-40B4-BE49-F238E27FC236}">
                  <a16:creationId xmlns:a16="http://schemas.microsoft.com/office/drawing/2014/main" id="{17F286D1-19C7-C41F-F057-0B5968AED6E0}"/>
                </a:ext>
              </a:extLst>
            </p:cNvPr>
            <p:cNvGrpSpPr/>
            <p:nvPr/>
          </p:nvGrpSpPr>
          <p:grpSpPr>
            <a:xfrm>
              <a:off x="7992084" y="5196672"/>
              <a:ext cx="1057240" cy="1020228"/>
              <a:chOff x="9115647" y="5160335"/>
              <a:chExt cx="1057240" cy="1020228"/>
            </a:xfrm>
          </p:grpSpPr>
          <p:sp>
            <p:nvSpPr>
              <p:cNvPr id="67" name="Rectángulo 66">
                <a:extLst>
                  <a:ext uri="{FF2B5EF4-FFF2-40B4-BE49-F238E27FC236}">
                    <a16:creationId xmlns:a16="http://schemas.microsoft.com/office/drawing/2014/main" id="{01D08B3B-6D65-4FBA-D85D-8465D1AAFCE5}"/>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68" name="Gráfico 67" descr="Diagrama de dispersión con relleno sólido">
                <a:extLst>
                  <a:ext uri="{FF2B5EF4-FFF2-40B4-BE49-F238E27FC236}">
                    <a16:creationId xmlns:a16="http://schemas.microsoft.com/office/drawing/2014/main" id="{65A2F8ED-997E-6B9C-0088-5A8F15DE5B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187067" y="5160335"/>
                <a:ext cx="914400" cy="914400"/>
              </a:xfrm>
              <a:prstGeom prst="rect">
                <a:avLst/>
              </a:prstGeom>
            </p:spPr>
          </p:pic>
        </p:grpSp>
        <p:grpSp>
          <p:nvGrpSpPr>
            <p:cNvPr id="69" name="Grupo 68">
              <a:extLst>
                <a:ext uri="{FF2B5EF4-FFF2-40B4-BE49-F238E27FC236}">
                  <a16:creationId xmlns:a16="http://schemas.microsoft.com/office/drawing/2014/main" id="{88E20FEB-70FC-7AC4-5EE1-CAA963B5A0C1}"/>
                </a:ext>
              </a:extLst>
            </p:cNvPr>
            <p:cNvGrpSpPr/>
            <p:nvPr/>
          </p:nvGrpSpPr>
          <p:grpSpPr>
            <a:xfrm>
              <a:off x="8144484" y="5349072"/>
              <a:ext cx="1057240" cy="1020228"/>
              <a:chOff x="9115647" y="5160335"/>
              <a:chExt cx="1057240" cy="1020228"/>
            </a:xfrm>
          </p:grpSpPr>
          <p:sp>
            <p:nvSpPr>
              <p:cNvPr id="70" name="Rectángulo 69">
                <a:extLst>
                  <a:ext uri="{FF2B5EF4-FFF2-40B4-BE49-F238E27FC236}">
                    <a16:creationId xmlns:a16="http://schemas.microsoft.com/office/drawing/2014/main" id="{AD01FD20-E353-DA80-61FD-07CA02298EB5}"/>
                  </a:ext>
                </a:extLst>
              </p:cNvPr>
              <p:cNvSpPr/>
              <p:nvPr/>
            </p:nvSpPr>
            <p:spPr>
              <a:xfrm>
                <a:off x="9115647" y="5160335"/>
                <a:ext cx="1057240" cy="1020228"/>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71" name="Gráfico 70" descr="Diagrama de dispersión con relleno sólido">
                <a:extLst>
                  <a:ext uri="{FF2B5EF4-FFF2-40B4-BE49-F238E27FC236}">
                    <a16:creationId xmlns:a16="http://schemas.microsoft.com/office/drawing/2014/main" id="{3C019811-13A4-F57B-24D2-2B8C80DFCE1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187067" y="5160335"/>
                <a:ext cx="914400" cy="914400"/>
              </a:xfrm>
              <a:prstGeom prst="rect">
                <a:avLst/>
              </a:prstGeom>
            </p:spPr>
          </p:pic>
        </p:grpSp>
      </p:grpSp>
      <p:cxnSp>
        <p:nvCxnSpPr>
          <p:cNvPr id="72" name="Conector recto de flecha 71">
            <a:extLst>
              <a:ext uri="{FF2B5EF4-FFF2-40B4-BE49-F238E27FC236}">
                <a16:creationId xmlns:a16="http://schemas.microsoft.com/office/drawing/2014/main" id="{36544F3B-CECA-6008-3337-531636F952BB}"/>
              </a:ext>
            </a:extLst>
          </p:cNvPr>
          <p:cNvCxnSpPr>
            <a:cxnSpLocks/>
          </p:cNvCxnSpPr>
          <p:nvPr/>
        </p:nvCxnSpPr>
        <p:spPr>
          <a:xfrm flipV="1">
            <a:off x="7425551" y="3770246"/>
            <a:ext cx="0" cy="661185"/>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82" name="CuadroTexto 81">
            <a:extLst>
              <a:ext uri="{FF2B5EF4-FFF2-40B4-BE49-F238E27FC236}">
                <a16:creationId xmlns:a16="http://schemas.microsoft.com/office/drawing/2014/main" id="{1FBC92EF-5D29-E309-03F7-BDA497F4264D}"/>
              </a:ext>
            </a:extLst>
          </p:cNvPr>
          <p:cNvSpPr txBox="1"/>
          <p:nvPr/>
        </p:nvSpPr>
        <p:spPr>
          <a:xfrm>
            <a:off x="9582208" y="3462386"/>
            <a:ext cx="2014171" cy="923330"/>
          </a:xfrm>
          <a:prstGeom prst="rect">
            <a:avLst/>
          </a:prstGeom>
          <a:noFill/>
        </p:spPr>
        <p:txBody>
          <a:bodyPr wrap="square" rtlCol="0">
            <a:spAutoFit/>
          </a:bodyPr>
          <a:lstStyle/>
          <a:p>
            <a:pPr algn="ctr"/>
            <a:r>
              <a:rPr lang="es-ES" dirty="0"/>
              <a:t>Acciones pedagógicas</a:t>
            </a:r>
          </a:p>
          <a:p>
            <a:pPr algn="ctr"/>
            <a:r>
              <a:rPr lang="es-ES" dirty="0"/>
              <a:t>recomendadas</a:t>
            </a:r>
          </a:p>
        </p:txBody>
      </p:sp>
      <p:cxnSp>
        <p:nvCxnSpPr>
          <p:cNvPr id="83" name="Conector recto de flecha 82">
            <a:extLst>
              <a:ext uri="{FF2B5EF4-FFF2-40B4-BE49-F238E27FC236}">
                <a16:creationId xmlns:a16="http://schemas.microsoft.com/office/drawing/2014/main" id="{A959B8FF-0966-EE17-C13D-A168E3A2BE40}"/>
              </a:ext>
            </a:extLst>
          </p:cNvPr>
          <p:cNvCxnSpPr>
            <a:cxnSpLocks/>
          </p:cNvCxnSpPr>
          <p:nvPr/>
        </p:nvCxnSpPr>
        <p:spPr>
          <a:xfrm>
            <a:off x="8339951" y="3146477"/>
            <a:ext cx="1394597" cy="0"/>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85" name="CuadroTexto 84">
            <a:extLst>
              <a:ext uri="{FF2B5EF4-FFF2-40B4-BE49-F238E27FC236}">
                <a16:creationId xmlns:a16="http://schemas.microsoft.com/office/drawing/2014/main" id="{D2307FAD-34E0-A5E7-9905-2C23E8AC781E}"/>
              </a:ext>
            </a:extLst>
          </p:cNvPr>
          <p:cNvSpPr txBox="1"/>
          <p:nvPr/>
        </p:nvSpPr>
        <p:spPr>
          <a:xfrm>
            <a:off x="6875665" y="6260434"/>
            <a:ext cx="2014171" cy="646331"/>
          </a:xfrm>
          <a:prstGeom prst="rect">
            <a:avLst/>
          </a:prstGeom>
          <a:noFill/>
        </p:spPr>
        <p:txBody>
          <a:bodyPr wrap="square" rtlCol="0">
            <a:spAutoFit/>
          </a:bodyPr>
          <a:lstStyle/>
          <a:p>
            <a:pPr algn="ctr"/>
            <a:r>
              <a:rPr lang="es-ES" dirty="0"/>
              <a:t>Segmentación con GMM</a:t>
            </a:r>
          </a:p>
        </p:txBody>
      </p:sp>
      <p:pic>
        <p:nvPicPr>
          <p:cNvPr id="87" name="Gráfico 86" descr="Aula de clases con relleno sólido">
            <a:extLst>
              <a:ext uri="{FF2B5EF4-FFF2-40B4-BE49-F238E27FC236}">
                <a16:creationId xmlns:a16="http://schemas.microsoft.com/office/drawing/2014/main" id="{5C5230D0-DAC2-B9AD-EB82-65E448889D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039138" y="2501373"/>
            <a:ext cx="914400" cy="914400"/>
          </a:xfrm>
          <a:prstGeom prst="rect">
            <a:avLst/>
          </a:prstGeom>
        </p:spPr>
      </p:pic>
    </p:spTree>
    <p:extLst>
      <p:ext uri="{BB962C8B-B14F-4D97-AF65-F5344CB8AC3E}">
        <p14:creationId xmlns:p14="http://schemas.microsoft.com/office/powerpoint/2010/main" val="306089401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B1A3F-EBD1-9208-929F-54A369D98EAD}"/>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D92A1DD7-C887-84E2-4F65-134D6BECFF46}"/>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0FAE18BC-1DA5-2FE3-7862-D2011D2B1990}"/>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670DFDFB-1BB2-9D87-F832-92977FBC4051}"/>
              </a:ext>
            </a:extLst>
          </p:cNvPr>
          <p:cNvSpPr>
            <a:spLocks noGrp="1"/>
          </p:cNvSpPr>
          <p:nvPr>
            <p:ph type="sldNum" sz="quarter" idx="12"/>
          </p:nvPr>
        </p:nvSpPr>
        <p:spPr/>
        <p:txBody>
          <a:bodyPr/>
          <a:lstStyle/>
          <a:p>
            <a:pPr rtl="0"/>
            <a:fld id="{DD84031F-D6BF-4677-B12E-7D8B88BA70F7}" type="slidenum">
              <a:rPr lang="en-US" smtClean="0"/>
              <a:t>7</a:t>
            </a:fld>
            <a:endParaRPr lang="en-US"/>
          </a:p>
        </p:txBody>
      </p:sp>
      <p:pic>
        <p:nvPicPr>
          <p:cNvPr id="9" name="Imagen 8">
            <a:extLst>
              <a:ext uri="{FF2B5EF4-FFF2-40B4-BE49-F238E27FC236}">
                <a16:creationId xmlns:a16="http://schemas.microsoft.com/office/drawing/2014/main" id="{FFE0CF9B-9D3F-13E9-9FB0-717F2AB4AF12}"/>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12" name="Gráfico 11" descr="Inventario de búsqueda con relleno sólido">
            <a:extLst>
              <a:ext uri="{FF2B5EF4-FFF2-40B4-BE49-F238E27FC236}">
                <a16:creationId xmlns:a16="http://schemas.microsoft.com/office/drawing/2014/main" id="{0BC30683-7F73-DCD6-EA51-8226B781B3F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129" y="2343371"/>
            <a:ext cx="1226585" cy="1226585"/>
          </a:xfrm>
          <a:prstGeom prst="rect">
            <a:avLst/>
          </a:prstGeom>
        </p:spPr>
      </p:pic>
      <p:sp>
        <p:nvSpPr>
          <p:cNvPr id="13" name="CuadroTexto 12">
            <a:extLst>
              <a:ext uri="{FF2B5EF4-FFF2-40B4-BE49-F238E27FC236}">
                <a16:creationId xmlns:a16="http://schemas.microsoft.com/office/drawing/2014/main" id="{FB63A372-BB07-5EDB-1F1E-58253787A534}"/>
              </a:ext>
            </a:extLst>
          </p:cNvPr>
          <p:cNvSpPr txBox="1"/>
          <p:nvPr/>
        </p:nvSpPr>
        <p:spPr>
          <a:xfrm>
            <a:off x="359808" y="3548085"/>
            <a:ext cx="2557220" cy="707886"/>
          </a:xfrm>
          <a:prstGeom prst="rect">
            <a:avLst/>
          </a:prstGeom>
          <a:noFill/>
        </p:spPr>
        <p:txBody>
          <a:bodyPr wrap="square" rtlCol="0">
            <a:spAutoFit/>
          </a:bodyPr>
          <a:lstStyle/>
          <a:p>
            <a:pPr algn="ctr"/>
            <a:r>
              <a:rPr lang="es-ES" sz="2000" dirty="0">
                <a:latin typeface="CMU Serif" panose="02000603000000000000" pitchFamily="2" charset="0"/>
                <a:ea typeface="CMU Serif" panose="02000603000000000000" pitchFamily="2" charset="0"/>
                <a:cs typeface="CMU Serif" panose="02000603000000000000" pitchFamily="2" charset="0"/>
              </a:rPr>
              <a:t>Comprensión del negocio</a:t>
            </a:r>
          </a:p>
        </p:txBody>
      </p:sp>
      <p:pic>
        <p:nvPicPr>
          <p:cNvPr id="14" name="Gráfico 13" descr="Gráfico de barras con relleno sólido">
            <a:extLst>
              <a:ext uri="{FF2B5EF4-FFF2-40B4-BE49-F238E27FC236}">
                <a16:creationId xmlns:a16="http://schemas.microsoft.com/office/drawing/2014/main" id="{FAB028E1-9CFC-93E9-B23B-844EC3C204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74269" y="2420680"/>
            <a:ext cx="1071968" cy="1071968"/>
          </a:xfrm>
          <a:prstGeom prst="rect">
            <a:avLst/>
          </a:prstGeom>
        </p:spPr>
      </p:pic>
      <p:sp>
        <p:nvSpPr>
          <p:cNvPr id="15" name="CuadroTexto 14">
            <a:extLst>
              <a:ext uri="{FF2B5EF4-FFF2-40B4-BE49-F238E27FC236}">
                <a16:creationId xmlns:a16="http://schemas.microsoft.com/office/drawing/2014/main" id="{17E35795-087A-BF5A-31F3-015B8983E47E}"/>
              </a:ext>
            </a:extLst>
          </p:cNvPr>
          <p:cNvSpPr txBox="1"/>
          <p:nvPr/>
        </p:nvSpPr>
        <p:spPr>
          <a:xfrm>
            <a:off x="2917028" y="3519616"/>
            <a:ext cx="1656917" cy="646331"/>
          </a:xfrm>
          <a:prstGeom prst="rect">
            <a:avLst/>
          </a:prstGeom>
          <a:noFill/>
        </p:spPr>
        <p:txBody>
          <a:bodyPr wrap="square" rtlCol="0">
            <a:spAutoFit/>
          </a:bodyPr>
          <a:lstStyle/>
          <a:p>
            <a:pPr algn="ctr"/>
            <a:r>
              <a:rPr lang="es-ES" b="1" dirty="0">
                <a:solidFill>
                  <a:srgbClr val="FF6600"/>
                </a:solidFill>
                <a:latin typeface="CMU Serif" panose="02000603000000000000" pitchFamily="2" charset="0"/>
                <a:ea typeface="CMU Serif" panose="02000603000000000000" pitchFamily="2" charset="0"/>
                <a:cs typeface="CMU Serif" panose="02000603000000000000" pitchFamily="2" charset="0"/>
              </a:rPr>
              <a:t>Entender datos</a:t>
            </a:r>
          </a:p>
        </p:txBody>
      </p:sp>
      <p:pic>
        <p:nvPicPr>
          <p:cNvPr id="16" name="Gráfico 15" descr="Herramientas de minería con relleno sólido">
            <a:extLst>
              <a:ext uri="{FF2B5EF4-FFF2-40B4-BE49-F238E27FC236}">
                <a16:creationId xmlns:a16="http://schemas.microsoft.com/office/drawing/2014/main" id="{DC294693-41A3-E084-6368-9DB5128468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45970" y="2485644"/>
            <a:ext cx="914400" cy="914400"/>
          </a:xfrm>
          <a:prstGeom prst="rect">
            <a:avLst/>
          </a:prstGeom>
        </p:spPr>
      </p:pic>
      <p:sp>
        <p:nvSpPr>
          <p:cNvPr id="17" name="CuadroTexto 16">
            <a:extLst>
              <a:ext uri="{FF2B5EF4-FFF2-40B4-BE49-F238E27FC236}">
                <a16:creationId xmlns:a16="http://schemas.microsoft.com/office/drawing/2014/main" id="{555FC87E-909D-223A-5FBF-0A5E9B1A3E5A}"/>
              </a:ext>
            </a:extLst>
          </p:cNvPr>
          <p:cNvSpPr txBox="1"/>
          <p:nvPr/>
        </p:nvSpPr>
        <p:spPr>
          <a:xfrm>
            <a:off x="4974711" y="351961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Preparación de datos</a:t>
            </a:r>
          </a:p>
        </p:txBody>
      </p:sp>
      <p:pic>
        <p:nvPicPr>
          <p:cNvPr id="18" name="Gráfico 17" descr="Portapapeles parcialmente comprobado con relleno sólido">
            <a:extLst>
              <a:ext uri="{FF2B5EF4-FFF2-40B4-BE49-F238E27FC236}">
                <a16:creationId xmlns:a16="http://schemas.microsoft.com/office/drawing/2014/main" id="{5DC61A95-77C3-54EB-F31B-25689160E69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58230" y="2441942"/>
            <a:ext cx="914400" cy="914400"/>
          </a:xfrm>
          <a:prstGeom prst="rect">
            <a:avLst/>
          </a:prstGeom>
        </p:spPr>
      </p:pic>
      <p:sp>
        <p:nvSpPr>
          <p:cNvPr id="19" name="CuadroTexto 18">
            <a:extLst>
              <a:ext uri="{FF2B5EF4-FFF2-40B4-BE49-F238E27FC236}">
                <a16:creationId xmlns:a16="http://schemas.microsoft.com/office/drawing/2014/main" id="{570A2A61-DB80-C917-B034-161CC6376639}"/>
              </a:ext>
            </a:extLst>
          </p:cNvPr>
          <p:cNvSpPr txBox="1"/>
          <p:nvPr/>
        </p:nvSpPr>
        <p:spPr>
          <a:xfrm>
            <a:off x="7145072" y="3424586"/>
            <a:ext cx="1656917" cy="369332"/>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Modelado</a:t>
            </a:r>
          </a:p>
        </p:txBody>
      </p:sp>
      <p:sp>
        <p:nvSpPr>
          <p:cNvPr id="20" name="CuadroTexto 19">
            <a:extLst>
              <a:ext uri="{FF2B5EF4-FFF2-40B4-BE49-F238E27FC236}">
                <a16:creationId xmlns:a16="http://schemas.microsoft.com/office/drawing/2014/main" id="{3983BFAC-4655-72CF-E661-BC457FB15018}"/>
              </a:ext>
            </a:extLst>
          </p:cNvPr>
          <p:cNvSpPr txBox="1"/>
          <p:nvPr/>
        </p:nvSpPr>
        <p:spPr>
          <a:xfrm>
            <a:off x="9252842" y="343641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Evaluación y XAI</a:t>
            </a:r>
          </a:p>
        </p:txBody>
      </p:sp>
      <p:pic>
        <p:nvPicPr>
          <p:cNvPr id="21" name="Gráfico 20" descr="Robot con relleno sólido">
            <a:extLst>
              <a:ext uri="{FF2B5EF4-FFF2-40B4-BE49-F238E27FC236}">
                <a16:creationId xmlns:a16="http://schemas.microsoft.com/office/drawing/2014/main" id="{4D4C15E7-E90C-B1E2-5C82-00009FBAC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16331" y="2485644"/>
            <a:ext cx="914400" cy="914400"/>
          </a:xfrm>
          <a:prstGeom prst="rect">
            <a:avLst/>
          </a:prstGeom>
        </p:spPr>
      </p:pic>
    </p:spTree>
    <p:extLst>
      <p:ext uri="{BB962C8B-B14F-4D97-AF65-F5344CB8AC3E}">
        <p14:creationId xmlns:p14="http://schemas.microsoft.com/office/powerpoint/2010/main" val="7066222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fecha 2">
            <a:extLst>
              <a:ext uri="{FF2B5EF4-FFF2-40B4-BE49-F238E27FC236}">
                <a16:creationId xmlns:a16="http://schemas.microsoft.com/office/drawing/2014/main" id="{A1CD4C48-50E1-752F-9366-5F9559034066}"/>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9BC23B0E-0CC5-9F64-9B2D-CBC8B310E727}"/>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125496F0-BE13-8E6C-5B80-A466C0F87EF0}"/>
              </a:ext>
            </a:extLst>
          </p:cNvPr>
          <p:cNvSpPr>
            <a:spLocks noGrp="1"/>
          </p:cNvSpPr>
          <p:nvPr>
            <p:ph type="sldNum" sz="quarter" idx="12"/>
          </p:nvPr>
        </p:nvSpPr>
        <p:spPr/>
        <p:txBody>
          <a:bodyPr/>
          <a:lstStyle/>
          <a:p>
            <a:pPr rtl="0"/>
            <a:fld id="{DD84031F-D6BF-4677-B12E-7D8B88BA70F7}" type="slidenum">
              <a:rPr lang="en-US" smtClean="0"/>
              <a:t>8</a:t>
            </a:fld>
            <a:endParaRPr lang="en-US"/>
          </a:p>
        </p:txBody>
      </p:sp>
      <p:pic>
        <p:nvPicPr>
          <p:cNvPr id="13" name="Imagen 12" descr="Gráfico, Gráfico de barras, Gráfico de rectángulos&#10;&#10;El contenido generado por IA puede ser incorrecto.">
            <a:extLst>
              <a:ext uri="{FF2B5EF4-FFF2-40B4-BE49-F238E27FC236}">
                <a16:creationId xmlns:a16="http://schemas.microsoft.com/office/drawing/2014/main" id="{4D3E8544-6CC7-1346-1484-309590E055BB}"/>
              </a:ext>
            </a:extLst>
          </p:cNvPr>
          <p:cNvPicPr>
            <a:picLocks noChangeAspect="1"/>
          </p:cNvPicPr>
          <p:nvPr/>
        </p:nvPicPr>
        <p:blipFill>
          <a:blip r:embed="rId3"/>
          <a:stretch>
            <a:fillRect/>
          </a:stretch>
        </p:blipFill>
        <p:spPr>
          <a:xfrm>
            <a:off x="984028" y="1472324"/>
            <a:ext cx="5376410" cy="3550722"/>
          </a:xfrm>
          <a:prstGeom prst="rect">
            <a:avLst/>
          </a:prstGeom>
        </p:spPr>
      </p:pic>
      <p:pic>
        <p:nvPicPr>
          <p:cNvPr id="19" name="Imagen 18">
            <a:extLst>
              <a:ext uri="{FF2B5EF4-FFF2-40B4-BE49-F238E27FC236}">
                <a16:creationId xmlns:a16="http://schemas.microsoft.com/office/drawing/2014/main" id="{54BC0283-FBB6-565D-03F8-76E6E1BB072E}"/>
              </a:ext>
            </a:extLst>
          </p:cNvPr>
          <p:cNvPicPr>
            <a:picLocks noChangeAspect="1"/>
          </p:cNvPicPr>
          <p:nvPr/>
        </p:nvPicPr>
        <p:blipFill>
          <a:blip r:embed="rId4"/>
          <a:stretch>
            <a:fillRect/>
          </a:stretch>
        </p:blipFill>
        <p:spPr>
          <a:xfrm>
            <a:off x="9918084" y="99023"/>
            <a:ext cx="1871580" cy="799949"/>
          </a:xfrm>
          <a:prstGeom prst="rect">
            <a:avLst/>
          </a:prstGeom>
        </p:spPr>
      </p:pic>
      <p:sp>
        <p:nvSpPr>
          <p:cNvPr id="20" name="CuadroTexto 19">
            <a:extLst>
              <a:ext uri="{FF2B5EF4-FFF2-40B4-BE49-F238E27FC236}">
                <a16:creationId xmlns:a16="http://schemas.microsoft.com/office/drawing/2014/main" id="{6BD78E6B-4E05-7CB1-C503-3336AB98FDF7}"/>
              </a:ext>
            </a:extLst>
          </p:cNvPr>
          <p:cNvSpPr txBox="1"/>
          <p:nvPr/>
        </p:nvSpPr>
        <p:spPr>
          <a:xfrm>
            <a:off x="6695984" y="2505669"/>
            <a:ext cx="4610030" cy="2308324"/>
          </a:xfrm>
          <a:prstGeom prst="rect">
            <a:avLst/>
          </a:prstGeom>
          <a:noFill/>
        </p:spPr>
        <p:txBody>
          <a:bodyPr wrap="square" rtlCol="0">
            <a:spAutoFit/>
          </a:bodyPr>
          <a:lstStyle/>
          <a:p>
            <a:pPr marL="285750" indent="-285750">
              <a:buFont typeface="Arial" panose="020B0604020202020204" pitchFamily="34" charset="0"/>
              <a:buChar char="•"/>
            </a:pPr>
            <a:r>
              <a:rPr lang="es-ES" dirty="0"/>
              <a:t>Desbalanceo de clases.</a:t>
            </a:r>
          </a:p>
          <a:p>
            <a:pPr marL="285750" indent="-285750">
              <a:buFont typeface="Arial" panose="020B0604020202020204" pitchFamily="34" charset="0"/>
              <a:buChar char="•"/>
            </a:pPr>
            <a:r>
              <a:rPr lang="es-ES" dirty="0"/>
              <a:t>Alta representatividad de la clase abandono.</a:t>
            </a:r>
          </a:p>
          <a:p>
            <a:pPr marL="285750" indent="-285750">
              <a:buFont typeface="Arial" panose="020B0604020202020204" pitchFamily="34" charset="0"/>
              <a:buChar char="•"/>
            </a:pPr>
            <a:r>
              <a:rPr lang="es-ES" dirty="0"/>
              <a:t>Baja representatividad de la clase suspenso + hay una línea muy delgada entre estudiantes que abandonan y suspenden (problemas en clasificación </a:t>
            </a:r>
            <a:r>
              <a:rPr lang="es-ES" dirty="0" err="1"/>
              <a:t>trinaria</a:t>
            </a:r>
            <a:r>
              <a:rPr lang="es-ES" dirty="0"/>
              <a:t> o cuaternaria)</a:t>
            </a:r>
          </a:p>
        </p:txBody>
      </p:sp>
      <p:sp>
        <p:nvSpPr>
          <p:cNvPr id="21" name="Título 1">
            <a:extLst>
              <a:ext uri="{FF2B5EF4-FFF2-40B4-BE49-F238E27FC236}">
                <a16:creationId xmlns:a16="http://schemas.microsoft.com/office/drawing/2014/main" id="{01D2BE1F-D09A-BD89-209E-2EA136CE1994}"/>
              </a:ext>
            </a:extLst>
          </p:cNvPr>
          <p:cNvSpPr>
            <a:spLocks noGrp="1"/>
          </p:cNvSpPr>
          <p:nvPr>
            <p:ph type="title"/>
          </p:nvPr>
        </p:nvSpPr>
        <p:spPr>
          <a:xfrm>
            <a:off x="6577465" y="1247557"/>
            <a:ext cx="6792069" cy="627114"/>
          </a:xfrm>
        </p:spPr>
        <p:txBody>
          <a:bodyPr anchor="b">
            <a:normAutofit/>
          </a:bodyPr>
          <a:lstStyle/>
          <a:p>
            <a:r>
              <a:rPr lang="es-ES" sz="2800" dirty="0"/>
              <a:t>Comprensión del negocio I</a:t>
            </a:r>
          </a:p>
        </p:txBody>
      </p:sp>
      <p:sp>
        <p:nvSpPr>
          <p:cNvPr id="22" name="Título 1">
            <a:extLst>
              <a:ext uri="{FF2B5EF4-FFF2-40B4-BE49-F238E27FC236}">
                <a16:creationId xmlns:a16="http://schemas.microsoft.com/office/drawing/2014/main" id="{46461525-6D4A-2BE8-ED24-542EAA260B99}"/>
              </a:ext>
            </a:extLst>
          </p:cNvPr>
          <p:cNvSpPr txBox="1">
            <a:spLocks/>
          </p:cNvSpPr>
          <p:nvPr/>
        </p:nvSpPr>
        <p:spPr>
          <a:xfrm>
            <a:off x="6577465" y="1615967"/>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Definición del problema I</a:t>
            </a:r>
          </a:p>
        </p:txBody>
      </p:sp>
      <p:cxnSp>
        <p:nvCxnSpPr>
          <p:cNvPr id="23" name="Conector recto 22">
            <a:extLst>
              <a:ext uri="{FF2B5EF4-FFF2-40B4-BE49-F238E27FC236}">
                <a16:creationId xmlns:a16="http://schemas.microsoft.com/office/drawing/2014/main" id="{C50D97F3-420D-1C8A-1DB6-9A1A75580C60}"/>
              </a:ext>
            </a:extLst>
          </p:cNvPr>
          <p:cNvCxnSpPr>
            <a:cxnSpLocks/>
          </p:cNvCxnSpPr>
          <p:nvPr/>
        </p:nvCxnSpPr>
        <p:spPr>
          <a:xfrm>
            <a:off x="7248557" y="2243081"/>
            <a:ext cx="3925281"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9011628"/>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Marcador de fecha 5">
            <a:extLst>
              <a:ext uri="{FF2B5EF4-FFF2-40B4-BE49-F238E27FC236}">
                <a16:creationId xmlns:a16="http://schemas.microsoft.com/office/drawing/2014/main" id="{250A5B19-A641-5E89-B71C-48BB7ACE14E2}"/>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029EAA3F-D02E-3022-FEB4-20DED456536D}"/>
              </a:ext>
            </a:extLst>
          </p:cNvPr>
          <p:cNvSpPr>
            <a:spLocks noGrp="1"/>
          </p:cNvSpPr>
          <p:nvPr>
            <p:ph type="sldNum" sz="quarter" idx="12"/>
          </p:nvPr>
        </p:nvSpPr>
        <p:spPr/>
        <p:txBody>
          <a:bodyPr/>
          <a:lstStyle/>
          <a:p>
            <a:pPr rtl="0"/>
            <a:fld id="{DD84031F-D6BF-4677-B12E-7D8B88BA70F7}" type="slidenum">
              <a:rPr lang="en-US" smtClean="0"/>
              <a:t>9</a:t>
            </a:fld>
            <a:endParaRPr lang="en-US"/>
          </a:p>
        </p:txBody>
      </p:sp>
      <p:pic>
        <p:nvPicPr>
          <p:cNvPr id="8" name="Imagen 7" descr="Gráfico&#10;&#10;El contenido generado por IA puede ser incorrecto.">
            <a:extLst>
              <a:ext uri="{FF2B5EF4-FFF2-40B4-BE49-F238E27FC236}">
                <a16:creationId xmlns:a16="http://schemas.microsoft.com/office/drawing/2014/main" id="{4C02F754-E555-A6BE-AF8A-0A3057A2B838}"/>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57" y="1934029"/>
            <a:ext cx="5742844" cy="4153050"/>
          </a:xfrm>
          <a:prstGeom prst="rect">
            <a:avLst/>
          </a:prstGeom>
          <a:noFill/>
          <a:ln>
            <a:noFill/>
          </a:ln>
        </p:spPr>
      </p:pic>
      <p:pic>
        <p:nvPicPr>
          <p:cNvPr id="9" name="Imagen 8">
            <a:extLst>
              <a:ext uri="{FF2B5EF4-FFF2-40B4-BE49-F238E27FC236}">
                <a16:creationId xmlns:a16="http://schemas.microsoft.com/office/drawing/2014/main" id="{976103F0-367C-1185-8A81-66B42202DF6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38229" y="1898626"/>
            <a:ext cx="4624872" cy="4153050"/>
          </a:xfrm>
          <a:prstGeom prst="rect">
            <a:avLst/>
          </a:prstGeom>
          <a:noFill/>
          <a:ln>
            <a:noFill/>
          </a:ln>
        </p:spPr>
      </p:pic>
      <p:pic>
        <p:nvPicPr>
          <p:cNvPr id="10" name="Imagen 9">
            <a:extLst>
              <a:ext uri="{FF2B5EF4-FFF2-40B4-BE49-F238E27FC236}">
                <a16:creationId xmlns:a16="http://schemas.microsoft.com/office/drawing/2014/main" id="{C8D90DEF-A5E9-B732-63C0-E874D3FE4C71}"/>
              </a:ext>
            </a:extLst>
          </p:cNvPr>
          <p:cNvPicPr>
            <a:picLocks noChangeAspect="1"/>
          </p:cNvPicPr>
          <p:nvPr/>
        </p:nvPicPr>
        <p:blipFill>
          <a:blip r:embed="rId4"/>
          <a:stretch>
            <a:fillRect/>
          </a:stretch>
        </p:blipFill>
        <p:spPr>
          <a:xfrm>
            <a:off x="9918084" y="99023"/>
            <a:ext cx="1871580" cy="799949"/>
          </a:xfrm>
          <a:prstGeom prst="rect">
            <a:avLst/>
          </a:prstGeom>
        </p:spPr>
      </p:pic>
      <p:sp>
        <p:nvSpPr>
          <p:cNvPr id="11" name="Título 1">
            <a:extLst>
              <a:ext uri="{FF2B5EF4-FFF2-40B4-BE49-F238E27FC236}">
                <a16:creationId xmlns:a16="http://schemas.microsoft.com/office/drawing/2014/main" id="{2945E260-EE2D-0E5E-24DD-F2168611EBB8}"/>
              </a:ext>
            </a:extLst>
          </p:cNvPr>
          <p:cNvSpPr>
            <a:spLocks noGrp="1"/>
          </p:cNvSpPr>
          <p:nvPr>
            <p:ph type="title"/>
          </p:nvPr>
        </p:nvSpPr>
        <p:spPr>
          <a:xfrm>
            <a:off x="266576" y="585415"/>
            <a:ext cx="6792069" cy="627114"/>
          </a:xfrm>
        </p:spPr>
        <p:txBody>
          <a:bodyPr anchor="b">
            <a:normAutofit/>
          </a:bodyPr>
          <a:lstStyle/>
          <a:p>
            <a:r>
              <a:rPr lang="es-ES" dirty="0"/>
              <a:t>Comprensión del negocio I</a:t>
            </a:r>
          </a:p>
        </p:txBody>
      </p:sp>
      <p:sp>
        <p:nvSpPr>
          <p:cNvPr id="12" name="Título 1">
            <a:extLst>
              <a:ext uri="{FF2B5EF4-FFF2-40B4-BE49-F238E27FC236}">
                <a16:creationId xmlns:a16="http://schemas.microsoft.com/office/drawing/2014/main" id="{3CE28FD0-1BB1-6D42-BCEB-B92EE01E0C94}"/>
              </a:ext>
            </a:extLst>
          </p:cNvPr>
          <p:cNvSpPr txBox="1">
            <a:spLocks/>
          </p:cNvSpPr>
          <p:nvPr/>
        </p:nvSpPr>
        <p:spPr>
          <a:xfrm>
            <a:off x="266576" y="1071807"/>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Definición del problema</a:t>
            </a:r>
          </a:p>
        </p:txBody>
      </p:sp>
      <p:cxnSp>
        <p:nvCxnSpPr>
          <p:cNvPr id="13" name="Conector recto 12">
            <a:extLst>
              <a:ext uri="{FF2B5EF4-FFF2-40B4-BE49-F238E27FC236}">
                <a16:creationId xmlns:a16="http://schemas.microsoft.com/office/drawing/2014/main" id="{5E319A9D-A043-5BF7-533D-6C694EA9126B}"/>
              </a:ext>
            </a:extLst>
          </p:cNvPr>
          <p:cNvCxnSpPr>
            <a:cxnSpLocks/>
          </p:cNvCxnSpPr>
          <p:nvPr/>
        </p:nvCxnSpPr>
        <p:spPr>
          <a:xfrm>
            <a:off x="353156" y="1644394"/>
            <a:ext cx="6776634"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CuadroTexto 2">
            <a:extLst>
              <a:ext uri="{FF2B5EF4-FFF2-40B4-BE49-F238E27FC236}">
                <a16:creationId xmlns:a16="http://schemas.microsoft.com/office/drawing/2014/main" id="{9CF2CFD6-A3A5-4E38-D04C-86DB4B587E1F}"/>
              </a:ext>
            </a:extLst>
          </p:cNvPr>
          <p:cNvSpPr txBox="1"/>
          <p:nvPr/>
        </p:nvSpPr>
        <p:spPr>
          <a:xfrm>
            <a:off x="427152" y="6251381"/>
            <a:ext cx="9490932" cy="276999"/>
          </a:xfrm>
          <a:prstGeom prst="rect">
            <a:avLst/>
          </a:prstGeom>
          <a:noFill/>
        </p:spPr>
        <p:txBody>
          <a:bodyPr wrap="none" rtlCol="0">
            <a:spAutoFit/>
          </a:bodyPr>
          <a:lstStyle/>
          <a:p>
            <a:r>
              <a:rPr lang="es-ES" sz="1200" dirty="0" err="1">
                <a:latin typeface="Segoe UI" panose="020B0502040204020203" pitchFamily="34" charset="0"/>
              </a:rPr>
              <a:t>Kusumawardani</a:t>
            </a:r>
            <a:r>
              <a:rPr lang="es-ES" sz="1200" dirty="0">
                <a:latin typeface="Segoe UI" panose="020B0502040204020203" pitchFamily="34" charset="0"/>
              </a:rPr>
              <a:t> y </a:t>
            </a:r>
            <a:r>
              <a:rPr lang="es-ES" sz="1200" dirty="0" err="1">
                <a:latin typeface="Segoe UI" panose="020B0502040204020203" pitchFamily="34" charset="0"/>
              </a:rPr>
              <a:t>Alfarozi</a:t>
            </a:r>
            <a:r>
              <a:rPr lang="es-ES" sz="1200" dirty="0">
                <a:latin typeface="Segoe UI" panose="020B0502040204020203" pitchFamily="34" charset="0"/>
              </a:rPr>
              <a:t> (2023). </a:t>
            </a:r>
            <a:r>
              <a:rPr lang="en-GB" sz="1200" dirty="0"/>
              <a:t>Transformer Encoder Model for Sequential Prediction of Student Performance Based on Their Log Activities</a:t>
            </a:r>
            <a:endParaRPr lang="es-ES" dirty="0"/>
          </a:p>
        </p:txBody>
      </p:sp>
    </p:spTree>
    <p:extLst>
      <p:ext uri="{BB962C8B-B14F-4D97-AF65-F5344CB8AC3E}">
        <p14:creationId xmlns:p14="http://schemas.microsoft.com/office/powerpoint/2010/main" val="7359574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B6AD5-2158-4A8E-C517-068E73D752D6}"/>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B1413F5A-5C02-1165-AED1-2EC2B3E2105E}"/>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AC9C2DB4-3F49-40FF-14EF-8520E9CAB723}"/>
              </a:ext>
            </a:extLst>
          </p:cNvPr>
          <p:cNvSpPr>
            <a:spLocks noGrp="1"/>
          </p:cNvSpPr>
          <p:nvPr>
            <p:ph type="sldNum" sz="quarter" idx="12"/>
          </p:nvPr>
        </p:nvSpPr>
        <p:spPr/>
        <p:txBody>
          <a:bodyPr/>
          <a:lstStyle/>
          <a:p>
            <a:pPr rtl="0"/>
            <a:fld id="{DD84031F-D6BF-4677-B12E-7D8B88BA70F7}" type="slidenum">
              <a:rPr lang="en-US" smtClean="0"/>
              <a:t>10</a:t>
            </a:fld>
            <a:endParaRPr lang="en-US"/>
          </a:p>
        </p:txBody>
      </p:sp>
      <p:pic>
        <p:nvPicPr>
          <p:cNvPr id="2" name="Imagen 1">
            <a:extLst>
              <a:ext uri="{FF2B5EF4-FFF2-40B4-BE49-F238E27FC236}">
                <a16:creationId xmlns:a16="http://schemas.microsoft.com/office/drawing/2014/main" id="{D53E17F3-387F-E5E4-DA1E-87AD6D39412B}"/>
              </a:ext>
            </a:extLst>
          </p:cNvPr>
          <p:cNvPicPr>
            <a:picLocks noChangeAspect="1"/>
          </p:cNvPicPr>
          <p:nvPr/>
        </p:nvPicPr>
        <p:blipFill>
          <a:blip r:embed="rId3"/>
          <a:stretch>
            <a:fillRect/>
          </a:stretch>
        </p:blipFill>
        <p:spPr>
          <a:xfrm>
            <a:off x="9918084" y="99023"/>
            <a:ext cx="1871580" cy="799949"/>
          </a:xfrm>
          <a:prstGeom prst="rect">
            <a:avLst/>
          </a:prstGeom>
        </p:spPr>
      </p:pic>
      <p:pic>
        <p:nvPicPr>
          <p:cNvPr id="5" name="Imagen 4">
            <a:extLst>
              <a:ext uri="{FF2B5EF4-FFF2-40B4-BE49-F238E27FC236}">
                <a16:creationId xmlns:a16="http://schemas.microsoft.com/office/drawing/2014/main" id="{A780F412-1DC3-284A-CE6A-9360AC76259D}"/>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012983" y="2169978"/>
            <a:ext cx="4481593" cy="3145158"/>
          </a:xfrm>
          <a:prstGeom prst="rect">
            <a:avLst/>
          </a:prstGeom>
          <a:noFill/>
          <a:ln>
            <a:noFill/>
          </a:ln>
        </p:spPr>
      </p:pic>
      <p:sp>
        <p:nvSpPr>
          <p:cNvPr id="8" name="Título 1">
            <a:extLst>
              <a:ext uri="{FF2B5EF4-FFF2-40B4-BE49-F238E27FC236}">
                <a16:creationId xmlns:a16="http://schemas.microsoft.com/office/drawing/2014/main" id="{58267F0B-4EA6-B0ED-258D-EC484E5A911B}"/>
              </a:ext>
            </a:extLst>
          </p:cNvPr>
          <p:cNvSpPr>
            <a:spLocks noGrp="1"/>
          </p:cNvSpPr>
          <p:nvPr>
            <p:ph type="title"/>
          </p:nvPr>
        </p:nvSpPr>
        <p:spPr>
          <a:xfrm>
            <a:off x="541102" y="483885"/>
            <a:ext cx="6792069" cy="627114"/>
          </a:xfrm>
        </p:spPr>
        <p:txBody>
          <a:bodyPr anchor="b">
            <a:normAutofit/>
          </a:bodyPr>
          <a:lstStyle/>
          <a:p>
            <a:r>
              <a:rPr lang="es-ES" dirty="0"/>
              <a:t>Comprensión del negocio I</a:t>
            </a:r>
          </a:p>
        </p:txBody>
      </p:sp>
      <p:sp>
        <p:nvSpPr>
          <p:cNvPr id="9" name="Título 1">
            <a:extLst>
              <a:ext uri="{FF2B5EF4-FFF2-40B4-BE49-F238E27FC236}">
                <a16:creationId xmlns:a16="http://schemas.microsoft.com/office/drawing/2014/main" id="{C2934105-03F0-1F30-350C-D62C5D7261BC}"/>
              </a:ext>
            </a:extLst>
          </p:cNvPr>
          <p:cNvSpPr txBox="1">
            <a:spLocks/>
          </p:cNvSpPr>
          <p:nvPr/>
        </p:nvSpPr>
        <p:spPr>
          <a:xfrm>
            <a:off x="541102" y="970277"/>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Definición del problema</a:t>
            </a:r>
          </a:p>
        </p:txBody>
      </p:sp>
      <p:cxnSp>
        <p:nvCxnSpPr>
          <p:cNvPr id="10" name="Conector recto 9">
            <a:extLst>
              <a:ext uri="{FF2B5EF4-FFF2-40B4-BE49-F238E27FC236}">
                <a16:creationId xmlns:a16="http://schemas.microsoft.com/office/drawing/2014/main" id="{E08A8F89-578F-EC16-E849-7C71E768A936}"/>
              </a:ext>
            </a:extLst>
          </p:cNvPr>
          <p:cNvCxnSpPr>
            <a:cxnSpLocks/>
          </p:cNvCxnSpPr>
          <p:nvPr/>
        </p:nvCxnSpPr>
        <p:spPr>
          <a:xfrm>
            <a:off x="627682" y="1542864"/>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4" name="Imagen 3" descr="Gráfico, Gráfico de barras&#10;&#10;El contenido generado por IA puede ser incorrecto.">
            <a:extLst>
              <a:ext uri="{FF2B5EF4-FFF2-40B4-BE49-F238E27FC236}">
                <a16:creationId xmlns:a16="http://schemas.microsoft.com/office/drawing/2014/main" id="{98E1ECD9-49A2-DF13-A09E-58CCFF200487}"/>
              </a:ext>
            </a:extLst>
          </p:cNvPr>
          <p:cNvPicPr>
            <a:picLocks noChangeAspect="1"/>
          </p:cNvPicPr>
          <p:nvPr/>
        </p:nvPicPr>
        <p:blipFill>
          <a:blip r:embed="rId5"/>
          <a:stretch>
            <a:fillRect/>
          </a:stretch>
        </p:blipFill>
        <p:spPr>
          <a:xfrm>
            <a:off x="627682" y="2169978"/>
            <a:ext cx="6059837" cy="3145158"/>
          </a:xfrm>
          <a:prstGeom prst="rect">
            <a:avLst/>
          </a:prstGeom>
        </p:spPr>
      </p:pic>
    </p:spTree>
    <p:extLst>
      <p:ext uri="{BB962C8B-B14F-4D97-AF65-F5344CB8AC3E}">
        <p14:creationId xmlns:p14="http://schemas.microsoft.com/office/powerpoint/2010/main" val="3207957331"/>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DC048-020B-566D-C748-B1E4FF24CC04}"/>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97C3E2A1-9ACD-CC86-A68D-E5253987B668}"/>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80CBEAA0-01B3-5FE5-E038-7EB87CE60AA0}"/>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5879D5DE-844F-19BF-4F3D-BC79EDDCFA09}"/>
              </a:ext>
            </a:extLst>
          </p:cNvPr>
          <p:cNvSpPr>
            <a:spLocks noGrp="1"/>
          </p:cNvSpPr>
          <p:nvPr>
            <p:ph type="sldNum" sz="quarter" idx="12"/>
          </p:nvPr>
        </p:nvSpPr>
        <p:spPr/>
        <p:txBody>
          <a:bodyPr/>
          <a:lstStyle/>
          <a:p>
            <a:pPr rtl="0"/>
            <a:fld id="{DD84031F-D6BF-4677-B12E-7D8B88BA70F7}" type="slidenum">
              <a:rPr lang="en-US" smtClean="0"/>
              <a:t>11</a:t>
            </a:fld>
            <a:endParaRPr lang="en-US"/>
          </a:p>
        </p:txBody>
      </p:sp>
      <p:pic>
        <p:nvPicPr>
          <p:cNvPr id="2" name="Imagen 1">
            <a:extLst>
              <a:ext uri="{FF2B5EF4-FFF2-40B4-BE49-F238E27FC236}">
                <a16:creationId xmlns:a16="http://schemas.microsoft.com/office/drawing/2014/main" id="{4F6BBF7C-729F-6FE1-3DB0-EB37385515DE}"/>
              </a:ext>
            </a:extLst>
          </p:cNvPr>
          <p:cNvPicPr>
            <a:picLocks noChangeAspect="1"/>
          </p:cNvPicPr>
          <p:nvPr/>
        </p:nvPicPr>
        <p:blipFill>
          <a:blip r:embed="rId3"/>
          <a:stretch>
            <a:fillRect/>
          </a:stretch>
        </p:blipFill>
        <p:spPr>
          <a:xfrm>
            <a:off x="9918084" y="99023"/>
            <a:ext cx="1871580" cy="799949"/>
          </a:xfrm>
          <a:prstGeom prst="rect">
            <a:avLst/>
          </a:prstGeom>
        </p:spPr>
      </p:pic>
      <p:pic>
        <p:nvPicPr>
          <p:cNvPr id="4" name="Imagen 3">
            <a:extLst>
              <a:ext uri="{FF2B5EF4-FFF2-40B4-BE49-F238E27FC236}">
                <a16:creationId xmlns:a16="http://schemas.microsoft.com/office/drawing/2014/main" id="{C91CAF9D-FA20-7F92-5B1A-E503C35FE344}"/>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1868" y="1621600"/>
            <a:ext cx="11058763" cy="3903488"/>
          </a:xfrm>
          <a:prstGeom prst="rect">
            <a:avLst/>
          </a:prstGeom>
          <a:noFill/>
          <a:ln>
            <a:noFill/>
          </a:ln>
        </p:spPr>
      </p:pic>
    </p:spTree>
    <p:extLst>
      <p:ext uri="{BB962C8B-B14F-4D97-AF65-F5344CB8AC3E}">
        <p14:creationId xmlns:p14="http://schemas.microsoft.com/office/powerpoint/2010/main" val="265033483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B29B0-DBD4-F32E-02D4-8A0E108CFC46}"/>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21E4131-73D4-F57F-8517-AC8B1CB17688}"/>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8E283A83-6B6E-EFDA-A419-CA6E006049A4}"/>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73416A89-3899-F1DB-322D-AB549F473822}"/>
              </a:ext>
            </a:extLst>
          </p:cNvPr>
          <p:cNvSpPr>
            <a:spLocks noGrp="1"/>
          </p:cNvSpPr>
          <p:nvPr>
            <p:ph type="sldNum" sz="quarter" idx="12"/>
          </p:nvPr>
        </p:nvSpPr>
        <p:spPr/>
        <p:txBody>
          <a:bodyPr/>
          <a:lstStyle/>
          <a:p>
            <a:pPr rtl="0"/>
            <a:fld id="{DD84031F-D6BF-4677-B12E-7D8B88BA70F7}" type="slidenum">
              <a:rPr lang="en-US" smtClean="0"/>
              <a:t>12</a:t>
            </a:fld>
            <a:endParaRPr lang="en-US"/>
          </a:p>
        </p:txBody>
      </p:sp>
      <p:pic>
        <p:nvPicPr>
          <p:cNvPr id="9" name="Imagen 8">
            <a:extLst>
              <a:ext uri="{FF2B5EF4-FFF2-40B4-BE49-F238E27FC236}">
                <a16:creationId xmlns:a16="http://schemas.microsoft.com/office/drawing/2014/main" id="{4938CE09-3884-F652-CB2B-AF66020CAA27}"/>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12" name="Gráfico 11" descr="Inventario de búsqueda con relleno sólido">
            <a:extLst>
              <a:ext uri="{FF2B5EF4-FFF2-40B4-BE49-F238E27FC236}">
                <a16:creationId xmlns:a16="http://schemas.microsoft.com/office/drawing/2014/main" id="{F85FC8BB-8F9A-C980-E872-D2AF7FCE46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129" y="2343371"/>
            <a:ext cx="1226585" cy="1226585"/>
          </a:xfrm>
          <a:prstGeom prst="rect">
            <a:avLst/>
          </a:prstGeom>
        </p:spPr>
      </p:pic>
      <p:sp>
        <p:nvSpPr>
          <p:cNvPr id="13" name="CuadroTexto 12">
            <a:extLst>
              <a:ext uri="{FF2B5EF4-FFF2-40B4-BE49-F238E27FC236}">
                <a16:creationId xmlns:a16="http://schemas.microsoft.com/office/drawing/2014/main" id="{EFA113D8-99FA-77A2-2700-C4F63E0ECBAC}"/>
              </a:ext>
            </a:extLst>
          </p:cNvPr>
          <p:cNvSpPr txBox="1"/>
          <p:nvPr/>
        </p:nvSpPr>
        <p:spPr>
          <a:xfrm>
            <a:off x="359808" y="3548085"/>
            <a:ext cx="2557220" cy="707886"/>
          </a:xfrm>
          <a:prstGeom prst="rect">
            <a:avLst/>
          </a:prstGeom>
          <a:noFill/>
        </p:spPr>
        <p:txBody>
          <a:bodyPr wrap="square" rtlCol="0">
            <a:spAutoFit/>
          </a:bodyPr>
          <a:lstStyle/>
          <a:p>
            <a:pPr algn="ctr"/>
            <a:r>
              <a:rPr lang="es-ES" sz="2000" dirty="0">
                <a:latin typeface="CMU Serif" panose="02000603000000000000" pitchFamily="2" charset="0"/>
                <a:ea typeface="CMU Serif" panose="02000603000000000000" pitchFamily="2" charset="0"/>
                <a:cs typeface="CMU Serif" panose="02000603000000000000" pitchFamily="2" charset="0"/>
              </a:rPr>
              <a:t>Comprensión del negocio</a:t>
            </a:r>
          </a:p>
        </p:txBody>
      </p:sp>
      <p:pic>
        <p:nvPicPr>
          <p:cNvPr id="14" name="Gráfico 13" descr="Gráfico de barras con relleno sólido">
            <a:extLst>
              <a:ext uri="{FF2B5EF4-FFF2-40B4-BE49-F238E27FC236}">
                <a16:creationId xmlns:a16="http://schemas.microsoft.com/office/drawing/2014/main" id="{3BEA9885-2564-5038-617C-4E85253CD6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20373" y="2420680"/>
            <a:ext cx="1071968" cy="1071968"/>
          </a:xfrm>
          <a:prstGeom prst="rect">
            <a:avLst/>
          </a:prstGeom>
        </p:spPr>
      </p:pic>
      <p:sp>
        <p:nvSpPr>
          <p:cNvPr id="15" name="CuadroTexto 14">
            <a:extLst>
              <a:ext uri="{FF2B5EF4-FFF2-40B4-BE49-F238E27FC236}">
                <a16:creationId xmlns:a16="http://schemas.microsoft.com/office/drawing/2014/main" id="{5C853EA2-E55B-8B23-917F-54FCED9604E0}"/>
              </a:ext>
            </a:extLst>
          </p:cNvPr>
          <p:cNvSpPr txBox="1"/>
          <p:nvPr/>
        </p:nvSpPr>
        <p:spPr>
          <a:xfrm>
            <a:off x="2917028" y="351961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Entender datos</a:t>
            </a:r>
          </a:p>
        </p:txBody>
      </p:sp>
      <p:pic>
        <p:nvPicPr>
          <p:cNvPr id="16" name="Gráfico 15" descr="Herramientas de minería con relleno sólido">
            <a:extLst>
              <a:ext uri="{FF2B5EF4-FFF2-40B4-BE49-F238E27FC236}">
                <a16:creationId xmlns:a16="http://schemas.microsoft.com/office/drawing/2014/main" id="{EDEDB38D-508F-A571-C86B-FA1E5F41EE5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45970" y="2485644"/>
            <a:ext cx="914400" cy="914400"/>
          </a:xfrm>
          <a:prstGeom prst="rect">
            <a:avLst/>
          </a:prstGeom>
        </p:spPr>
      </p:pic>
      <p:sp>
        <p:nvSpPr>
          <p:cNvPr id="17" name="CuadroTexto 16">
            <a:extLst>
              <a:ext uri="{FF2B5EF4-FFF2-40B4-BE49-F238E27FC236}">
                <a16:creationId xmlns:a16="http://schemas.microsoft.com/office/drawing/2014/main" id="{00968EA7-75B7-3A62-F146-C2412FAF7FAC}"/>
              </a:ext>
            </a:extLst>
          </p:cNvPr>
          <p:cNvSpPr txBox="1"/>
          <p:nvPr/>
        </p:nvSpPr>
        <p:spPr>
          <a:xfrm>
            <a:off x="4941300" y="3492648"/>
            <a:ext cx="1656917" cy="646331"/>
          </a:xfrm>
          <a:prstGeom prst="rect">
            <a:avLst/>
          </a:prstGeom>
          <a:noFill/>
        </p:spPr>
        <p:txBody>
          <a:bodyPr wrap="square" rtlCol="0">
            <a:spAutoFit/>
          </a:bodyPr>
          <a:lstStyle/>
          <a:p>
            <a:pPr algn="ctr"/>
            <a:r>
              <a:rPr lang="es-ES" b="1" dirty="0">
                <a:solidFill>
                  <a:srgbClr val="FF6600"/>
                </a:solidFill>
                <a:latin typeface="CMU Serif" panose="02000603000000000000" pitchFamily="2" charset="0"/>
                <a:ea typeface="CMU Serif" panose="02000603000000000000" pitchFamily="2" charset="0"/>
                <a:cs typeface="CMU Serif" panose="02000603000000000000" pitchFamily="2" charset="0"/>
              </a:rPr>
              <a:t>Preparación de datos</a:t>
            </a:r>
          </a:p>
        </p:txBody>
      </p:sp>
      <p:pic>
        <p:nvPicPr>
          <p:cNvPr id="18" name="Gráfico 17" descr="Portapapeles parcialmente comprobado con relleno sólido">
            <a:extLst>
              <a:ext uri="{FF2B5EF4-FFF2-40B4-BE49-F238E27FC236}">
                <a16:creationId xmlns:a16="http://schemas.microsoft.com/office/drawing/2014/main" id="{E85CFB9A-0C7F-1BB5-1221-58EE01FAE0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58230" y="2441942"/>
            <a:ext cx="914400" cy="914400"/>
          </a:xfrm>
          <a:prstGeom prst="rect">
            <a:avLst/>
          </a:prstGeom>
        </p:spPr>
      </p:pic>
      <p:sp>
        <p:nvSpPr>
          <p:cNvPr id="19" name="CuadroTexto 18">
            <a:extLst>
              <a:ext uri="{FF2B5EF4-FFF2-40B4-BE49-F238E27FC236}">
                <a16:creationId xmlns:a16="http://schemas.microsoft.com/office/drawing/2014/main" id="{ED7AC68D-D539-BD9C-507C-41A636DFA6EE}"/>
              </a:ext>
            </a:extLst>
          </p:cNvPr>
          <p:cNvSpPr txBox="1"/>
          <p:nvPr/>
        </p:nvSpPr>
        <p:spPr>
          <a:xfrm>
            <a:off x="7145072" y="3424586"/>
            <a:ext cx="1656917" cy="369332"/>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Modelado</a:t>
            </a:r>
          </a:p>
        </p:txBody>
      </p:sp>
      <p:sp>
        <p:nvSpPr>
          <p:cNvPr id="20" name="CuadroTexto 19">
            <a:extLst>
              <a:ext uri="{FF2B5EF4-FFF2-40B4-BE49-F238E27FC236}">
                <a16:creationId xmlns:a16="http://schemas.microsoft.com/office/drawing/2014/main" id="{90817E90-411C-1B09-BE8A-2E587959FBDA}"/>
              </a:ext>
            </a:extLst>
          </p:cNvPr>
          <p:cNvSpPr txBox="1"/>
          <p:nvPr/>
        </p:nvSpPr>
        <p:spPr>
          <a:xfrm>
            <a:off x="9252842" y="343641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Evaluación y XAI</a:t>
            </a:r>
          </a:p>
        </p:txBody>
      </p:sp>
      <p:pic>
        <p:nvPicPr>
          <p:cNvPr id="21" name="Gráfico 20" descr="Robot con relleno sólido">
            <a:extLst>
              <a:ext uri="{FF2B5EF4-FFF2-40B4-BE49-F238E27FC236}">
                <a16:creationId xmlns:a16="http://schemas.microsoft.com/office/drawing/2014/main" id="{39088FBD-E3F9-B233-E6AF-B485B997C82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16331" y="2485644"/>
            <a:ext cx="914400" cy="914400"/>
          </a:xfrm>
          <a:prstGeom prst="rect">
            <a:avLst/>
          </a:prstGeom>
        </p:spPr>
      </p:pic>
    </p:spTree>
    <p:extLst>
      <p:ext uri="{BB962C8B-B14F-4D97-AF65-F5344CB8AC3E}">
        <p14:creationId xmlns:p14="http://schemas.microsoft.com/office/powerpoint/2010/main" val="413754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6A54A-2D93-400B-7B77-F525916CF29B}"/>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D8DF61A4-588D-D161-2DB8-56CFB10D714E}"/>
              </a:ext>
            </a:extLst>
          </p:cNvPr>
          <p:cNvSpPr>
            <a:spLocks noGrp="1"/>
          </p:cNvSpPr>
          <p:nvPr>
            <p:ph type="dt" sz="half" idx="10"/>
          </p:nvPr>
        </p:nvSpPr>
        <p:spPr/>
        <p:txBody>
          <a:bodyPr/>
          <a:lstStyle/>
          <a:p>
            <a:pPr rtl="0"/>
            <a:r>
              <a:rPr lang="es-ES" dirty="0"/>
              <a:t>4/8/2025</a:t>
            </a:r>
            <a:endParaRPr lang="en-US" dirty="0"/>
          </a:p>
        </p:txBody>
      </p:sp>
      <p:sp>
        <p:nvSpPr>
          <p:cNvPr id="6" name="Marcador de pie de página 5">
            <a:extLst>
              <a:ext uri="{FF2B5EF4-FFF2-40B4-BE49-F238E27FC236}">
                <a16:creationId xmlns:a16="http://schemas.microsoft.com/office/drawing/2014/main" id="{E0705C6E-AB64-20C8-9300-E3DD102C53B3}"/>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4A27E0D0-2519-E8F4-4F83-8CBF243A4BF9}"/>
              </a:ext>
            </a:extLst>
          </p:cNvPr>
          <p:cNvSpPr>
            <a:spLocks noGrp="1"/>
          </p:cNvSpPr>
          <p:nvPr>
            <p:ph type="sldNum" sz="quarter" idx="12"/>
          </p:nvPr>
        </p:nvSpPr>
        <p:spPr/>
        <p:txBody>
          <a:bodyPr/>
          <a:lstStyle/>
          <a:p>
            <a:pPr rtl="0"/>
            <a:fld id="{DD84031F-D6BF-4677-B12E-7D8B88BA70F7}" type="slidenum">
              <a:rPr lang="en-US" smtClean="0"/>
              <a:t>13</a:t>
            </a:fld>
            <a:endParaRPr lang="en-US"/>
          </a:p>
        </p:txBody>
      </p:sp>
      <p:graphicFrame>
        <p:nvGraphicFramePr>
          <p:cNvPr id="31" name="Tabla 30">
            <a:extLst>
              <a:ext uri="{FF2B5EF4-FFF2-40B4-BE49-F238E27FC236}">
                <a16:creationId xmlns:a16="http://schemas.microsoft.com/office/drawing/2014/main" id="{E16F64E8-55E3-5635-1D39-8989AB90E36D}"/>
              </a:ext>
            </a:extLst>
          </p:cNvPr>
          <p:cNvGraphicFramePr>
            <a:graphicFrameLocks noGrp="1"/>
          </p:cNvGraphicFramePr>
          <p:nvPr>
            <p:extLst>
              <p:ext uri="{D42A27DB-BD31-4B8C-83A1-F6EECF244321}">
                <p14:modId xmlns:p14="http://schemas.microsoft.com/office/powerpoint/2010/main" val="2220518048"/>
              </p:ext>
            </p:extLst>
          </p:nvPr>
        </p:nvGraphicFramePr>
        <p:xfrm>
          <a:off x="658335" y="1464590"/>
          <a:ext cx="10507852" cy="4701884"/>
        </p:xfrm>
        <a:graphic>
          <a:graphicData uri="http://schemas.openxmlformats.org/drawingml/2006/table">
            <a:tbl>
              <a:tblPr/>
              <a:tblGrid>
                <a:gridCol w="193729">
                  <a:extLst>
                    <a:ext uri="{9D8B030D-6E8A-4147-A177-3AD203B41FA5}">
                      <a16:colId xmlns:a16="http://schemas.microsoft.com/office/drawing/2014/main" val="4194043659"/>
                    </a:ext>
                  </a:extLst>
                </a:gridCol>
                <a:gridCol w="728420">
                  <a:extLst>
                    <a:ext uri="{9D8B030D-6E8A-4147-A177-3AD203B41FA5}">
                      <a16:colId xmlns:a16="http://schemas.microsoft.com/office/drawing/2014/main" val="2391020039"/>
                    </a:ext>
                  </a:extLst>
                </a:gridCol>
                <a:gridCol w="1162373">
                  <a:extLst>
                    <a:ext uri="{9D8B030D-6E8A-4147-A177-3AD203B41FA5}">
                      <a16:colId xmlns:a16="http://schemas.microsoft.com/office/drawing/2014/main" val="241865940"/>
                    </a:ext>
                  </a:extLst>
                </a:gridCol>
                <a:gridCol w="1208868">
                  <a:extLst>
                    <a:ext uri="{9D8B030D-6E8A-4147-A177-3AD203B41FA5}">
                      <a16:colId xmlns:a16="http://schemas.microsoft.com/office/drawing/2014/main" val="2803269238"/>
                    </a:ext>
                  </a:extLst>
                </a:gridCol>
                <a:gridCol w="1033170">
                  <a:extLst>
                    <a:ext uri="{9D8B030D-6E8A-4147-A177-3AD203B41FA5}">
                      <a16:colId xmlns:a16="http://schemas.microsoft.com/office/drawing/2014/main" val="3944986198"/>
                    </a:ext>
                  </a:extLst>
                </a:gridCol>
                <a:gridCol w="865312">
                  <a:extLst>
                    <a:ext uri="{9D8B030D-6E8A-4147-A177-3AD203B41FA5}">
                      <a16:colId xmlns:a16="http://schemas.microsoft.com/office/drawing/2014/main" val="2208139517"/>
                    </a:ext>
                  </a:extLst>
                </a:gridCol>
                <a:gridCol w="865312">
                  <a:extLst>
                    <a:ext uri="{9D8B030D-6E8A-4147-A177-3AD203B41FA5}">
                      <a16:colId xmlns:a16="http://schemas.microsoft.com/office/drawing/2014/main" val="2454401511"/>
                    </a:ext>
                  </a:extLst>
                </a:gridCol>
                <a:gridCol w="769820">
                  <a:extLst>
                    <a:ext uri="{9D8B030D-6E8A-4147-A177-3AD203B41FA5}">
                      <a16:colId xmlns:a16="http://schemas.microsoft.com/office/drawing/2014/main" val="3089175952"/>
                    </a:ext>
                  </a:extLst>
                </a:gridCol>
                <a:gridCol w="604433">
                  <a:extLst>
                    <a:ext uri="{9D8B030D-6E8A-4147-A177-3AD203B41FA5}">
                      <a16:colId xmlns:a16="http://schemas.microsoft.com/office/drawing/2014/main" val="1968057884"/>
                    </a:ext>
                  </a:extLst>
                </a:gridCol>
                <a:gridCol w="884107">
                  <a:extLst>
                    <a:ext uri="{9D8B030D-6E8A-4147-A177-3AD203B41FA5}">
                      <a16:colId xmlns:a16="http://schemas.microsoft.com/office/drawing/2014/main" val="4194099828"/>
                    </a:ext>
                  </a:extLst>
                </a:gridCol>
                <a:gridCol w="1193009">
                  <a:extLst>
                    <a:ext uri="{9D8B030D-6E8A-4147-A177-3AD203B41FA5}">
                      <a16:colId xmlns:a16="http://schemas.microsoft.com/office/drawing/2014/main" val="2616674453"/>
                    </a:ext>
                  </a:extLst>
                </a:gridCol>
                <a:gridCol w="999299">
                  <a:extLst>
                    <a:ext uri="{9D8B030D-6E8A-4147-A177-3AD203B41FA5}">
                      <a16:colId xmlns:a16="http://schemas.microsoft.com/office/drawing/2014/main" val="3732033389"/>
                    </a:ext>
                  </a:extLst>
                </a:gridCol>
              </a:tblGrid>
              <a:tr h="494884">
                <a:tc>
                  <a:txBody>
                    <a:bodyPr/>
                    <a:lstStyle/>
                    <a:p>
                      <a:pPr rtl="0">
                        <a:buNone/>
                      </a:pPr>
                      <a:r>
                        <a:rPr lang="es-ES" sz="600" b="1" dirty="0">
                          <a:solidFill>
                            <a:srgbClr val="1F1F1F"/>
                          </a:solidFill>
                          <a:effectLst/>
                          <a:latin typeface="Google Sans Text"/>
                        </a:rPr>
                        <a:t>#</a:t>
                      </a:r>
                      <a:endParaRPr lang="es-ES" sz="6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b="1" dirty="0">
                          <a:solidFill>
                            <a:schemeClr val="bg1"/>
                          </a:solidFill>
                          <a:effectLst/>
                          <a:latin typeface="Google Sans Text"/>
                        </a:rPr>
                        <a:t>z</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Región</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Nivel educativo</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Banda IMD</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Rango de edad</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intentos previos</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Créditos cursados</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Día de registro</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Día de baja</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Duración módulo</a:t>
                      </a:r>
                      <a:endParaRPr lang="es-ES" sz="1200" dirty="0">
                        <a:solidFill>
                          <a:schemeClr val="bg1"/>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tc>
                  <a:txBody>
                    <a:bodyPr/>
                    <a:lstStyle/>
                    <a:p>
                      <a:pPr rtl="0">
                        <a:buNone/>
                      </a:pPr>
                      <a:r>
                        <a:rPr lang="es-ES" sz="1200" b="1" dirty="0">
                          <a:solidFill>
                            <a:schemeClr val="bg1"/>
                          </a:solidFill>
                          <a:effectLst/>
                          <a:latin typeface="Google Sans Text"/>
                        </a:rPr>
                        <a:t>Clase target</a:t>
                      </a:r>
                      <a:endParaRPr lang="es-ES" sz="1200" dirty="0">
                        <a:solidFill>
                          <a:schemeClr val="bg1"/>
                        </a:solidFill>
                        <a:effectLst/>
                        <a:latin typeface="Google Sans Text"/>
                      </a:endParaRP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F6600"/>
                    </a:solidFill>
                  </a:tcPr>
                </a:tc>
                <a:extLst>
                  <a:ext uri="{0D108BD9-81ED-4DB2-BD59-A6C34878D82A}">
                    <a16:rowId xmlns:a16="http://schemas.microsoft.com/office/drawing/2014/main" val="2293793"/>
                  </a:ext>
                </a:extLst>
              </a:tr>
              <a:tr h="381011">
                <a:tc>
                  <a:txBody>
                    <a:bodyPr/>
                    <a:lstStyle/>
                    <a:p>
                      <a:pPr rtl="0">
                        <a:buNone/>
                      </a:pPr>
                      <a:r>
                        <a:rPr lang="es-ES" sz="600" b="1">
                          <a:solidFill>
                            <a:srgbClr val="1F1F1F"/>
                          </a:solidFill>
                          <a:effectLst/>
                          <a:latin typeface="Google Sans Text"/>
                        </a:rPr>
                        <a:t>0</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AAA_2013J_11391</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East </a:t>
                      </a:r>
                      <a:r>
                        <a:rPr lang="es-ES" sz="1200" dirty="0" err="1">
                          <a:solidFill>
                            <a:srgbClr val="1F1F1F"/>
                          </a:solidFill>
                          <a:effectLst/>
                          <a:latin typeface="Google Sans Text"/>
                        </a:rPr>
                        <a:t>Anglian</a:t>
                      </a:r>
                      <a:r>
                        <a:rPr lang="es-ES" sz="1200" dirty="0">
                          <a:solidFill>
                            <a:srgbClr val="1F1F1F"/>
                          </a:solidFill>
                          <a:effectLst/>
                          <a:latin typeface="Google Sans Text"/>
                        </a:rPr>
                        <a:t> </a:t>
                      </a:r>
                      <a:r>
                        <a:rPr lang="es-ES" sz="1200" dirty="0" err="1">
                          <a:solidFill>
                            <a:srgbClr val="1F1F1F"/>
                          </a:solidFill>
                          <a:effectLst/>
                          <a:latin typeface="Google Sans Text"/>
                        </a:rPr>
                        <a:t>Region</a:t>
                      </a: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HE </a:t>
                      </a:r>
                      <a:r>
                        <a:rPr lang="es-ES" sz="1200" dirty="0" err="1">
                          <a:solidFill>
                            <a:srgbClr val="1F1F1F"/>
                          </a:solidFill>
                          <a:effectLst/>
                          <a:latin typeface="Google Sans Text"/>
                        </a:rPr>
                        <a:t>Qualification</a:t>
                      </a: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90-100%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55&lt;=</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240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-159</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Pass</a:t>
                      </a: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49625691"/>
                  </a:ext>
                </a:extLst>
              </a:tr>
              <a:tr h="381011">
                <a:tc>
                  <a:txBody>
                    <a:bodyPr/>
                    <a:lstStyle/>
                    <a:p>
                      <a:pPr rtl="0">
                        <a:buNone/>
                      </a:pPr>
                      <a:r>
                        <a:rPr lang="es-ES" sz="600" b="1">
                          <a:solidFill>
                            <a:srgbClr val="1F1F1F"/>
                          </a:solidFill>
                          <a:effectLst/>
                          <a:latin typeface="Google Sans Text"/>
                        </a:rPr>
                        <a:t>1</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AAA_2013J_28400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Scotland</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HE </a:t>
                      </a:r>
                      <a:r>
                        <a:rPr lang="es-ES" sz="1200" dirty="0" err="1">
                          <a:solidFill>
                            <a:srgbClr val="1F1F1F"/>
                          </a:solidFill>
                          <a:effectLst/>
                          <a:latin typeface="Google Sans Text"/>
                        </a:rPr>
                        <a:t>Qualification</a:t>
                      </a: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20-30%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35-55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60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-53</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Pass</a:t>
                      </a: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extLst>
                  <a:ext uri="{0D108BD9-81ED-4DB2-BD59-A6C34878D82A}">
                    <a16:rowId xmlns:a16="http://schemas.microsoft.com/office/drawing/2014/main" val="2793379427"/>
                  </a:ext>
                </a:extLst>
              </a:tr>
              <a:tr h="381011">
                <a:tc>
                  <a:txBody>
                    <a:bodyPr/>
                    <a:lstStyle/>
                    <a:p>
                      <a:pPr rtl="0">
                        <a:buNone/>
                      </a:pPr>
                      <a:r>
                        <a:rPr lang="es-ES" sz="600" b="1">
                          <a:solidFill>
                            <a:srgbClr val="1F1F1F"/>
                          </a:solidFill>
                          <a:effectLst/>
                          <a:latin typeface="Google Sans Text"/>
                        </a:rPr>
                        <a:t>2</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AAA_2013J_30268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North Western Region</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A Level or Equivalent</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30-40%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35-55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60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-92</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12</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err="1">
                          <a:solidFill>
                            <a:srgbClr val="1F1F1F"/>
                          </a:solidFill>
                          <a:effectLst/>
                          <a:latin typeface="Google Sans Text"/>
                        </a:rPr>
                        <a:t>Withdrawn</a:t>
                      </a:r>
                      <a:endParaRPr lang="es-ES" sz="1200" dirty="0">
                        <a:solidFill>
                          <a:srgbClr val="1F1F1F"/>
                        </a:solidFill>
                        <a:effectLst/>
                        <a:latin typeface="Google Sans Text"/>
                      </a:endParaRP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47132347"/>
                  </a:ext>
                </a:extLst>
              </a:tr>
              <a:tr h="381011">
                <a:tc>
                  <a:txBody>
                    <a:bodyPr/>
                    <a:lstStyle/>
                    <a:p>
                      <a:pPr rtl="0">
                        <a:buNone/>
                      </a:pPr>
                      <a:r>
                        <a:rPr lang="es-ES" sz="600" b="1">
                          <a:solidFill>
                            <a:srgbClr val="1F1F1F"/>
                          </a:solidFill>
                          <a:effectLst/>
                          <a:latin typeface="Google Sans Text"/>
                        </a:rPr>
                        <a:t>3</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AAA_2013J_31604</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South East Region</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A </a:t>
                      </a:r>
                      <a:r>
                        <a:rPr lang="es-ES" sz="1200" dirty="0" err="1">
                          <a:solidFill>
                            <a:srgbClr val="1F1F1F"/>
                          </a:solidFill>
                          <a:effectLst/>
                          <a:latin typeface="Google Sans Text"/>
                        </a:rPr>
                        <a:t>Level</a:t>
                      </a:r>
                      <a:r>
                        <a:rPr lang="es-ES" sz="1200" dirty="0">
                          <a:solidFill>
                            <a:srgbClr val="1F1F1F"/>
                          </a:solidFill>
                          <a:effectLst/>
                          <a:latin typeface="Google Sans Text"/>
                        </a:rPr>
                        <a:t> </a:t>
                      </a:r>
                      <a:r>
                        <a:rPr lang="es-ES" sz="1200" dirty="0" err="1">
                          <a:solidFill>
                            <a:srgbClr val="1F1F1F"/>
                          </a:solidFill>
                          <a:effectLst/>
                          <a:latin typeface="Google Sans Text"/>
                        </a:rPr>
                        <a:t>or</a:t>
                      </a:r>
                      <a:r>
                        <a:rPr lang="es-ES" sz="1200" dirty="0">
                          <a:solidFill>
                            <a:srgbClr val="1F1F1F"/>
                          </a:solidFill>
                          <a:effectLst/>
                          <a:latin typeface="Google Sans Text"/>
                        </a:rPr>
                        <a:t> </a:t>
                      </a:r>
                      <a:r>
                        <a:rPr lang="es-ES" sz="1200" dirty="0" err="1">
                          <a:solidFill>
                            <a:srgbClr val="1F1F1F"/>
                          </a:solidFill>
                          <a:effectLst/>
                          <a:latin typeface="Google Sans Text"/>
                        </a:rPr>
                        <a:t>Equivalent</a:t>
                      </a: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50-60%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35-55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60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-52</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Pass</a:t>
                      </a: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extLst>
                  <a:ext uri="{0D108BD9-81ED-4DB2-BD59-A6C34878D82A}">
                    <a16:rowId xmlns:a16="http://schemas.microsoft.com/office/drawing/2014/main" val="3870306487"/>
                  </a:ext>
                </a:extLst>
              </a:tr>
              <a:tr h="381011">
                <a:tc>
                  <a:txBody>
                    <a:bodyPr/>
                    <a:lstStyle/>
                    <a:p>
                      <a:pPr rtl="0">
                        <a:buNone/>
                      </a:pPr>
                      <a:r>
                        <a:rPr lang="es-ES" sz="600" b="1">
                          <a:solidFill>
                            <a:srgbClr val="1F1F1F"/>
                          </a:solidFill>
                          <a:effectLst/>
                          <a:latin typeface="Google Sans Text"/>
                        </a:rPr>
                        <a:t>4</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AAA_2013J_32885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West Midlands Region</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Lower Than A Level</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50-60%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0-35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60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-176</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Pass</a:t>
                      </a: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8686575"/>
                  </a:ext>
                </a:extLst>
              </a:tr>
              <a:tr h="381011">
                <a:tc>
                  <a:txBody>
                    <a:bodyPr/>
                    <a:lstStyle/>
                    <a:p>
                      <a:pPr rtl="0">
                        <a:buNone/>
                      </a:pPr>
                      <a:r>
                        <a:rPr lang="es-ES" sz="600" b="1">
                          <a:solidFill>
                            <a:srgbClr val="1F1F1F"/>
                          </a:solidFill>
                          <a:effectLst/>
                          <a:latin typeface="Google Sans Text"/>
                        </a:rPr>
                        <a:t>5</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AAA_2013J_38053</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Wales</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A Level or Equivalent</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80-90%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35-55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60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-110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Pass</a:t>
                      </a: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extLst>
                  <a:ext uri="{0D108BD9-81ED-4DB2-BD59-A6C34878D82A}">
                    <a16:rowId xmlns:a16="http://schemas.microsoft.com/office/drawing/2014/main" val="87769741"/>
                  </a:ext>
                </a:extLst>
              </a:tr>
              <a:tr h="381011">
                <a:tc>
                  <a:txBody>
                    <a:bodyPr/>
                    <a:lstStyle/>
                    <a:p>
                      <a:pPr rtl="0">
                        <a:buNone/>
                      </a:pPr>
                      <a:r>
                        <a:rPr lang="es-ES" sz="600" b="1">
                          <a:solidFill>
                            <a:srgbClr val="1F1F1F"/>
                          </a:solidFill>
                          <a:effectLst/>
                          <a:latin typeface="Google Sans Text"/>
                        </a:rPr>
                        <a:t>6</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AAA_2013J_45462</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Scotland</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HE Qualification</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30-40%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0-35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60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-67</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Pass</a:t>
                      </a: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86835692"/>
                  </a:ext>
                </a:extLst>
              </a:tr>
              <a:tr h="381011">
                <a:tc>
                  <a:txBody>
                    <a:bodyPr/>
                    <a:lstStyle/>
                    <a:p>
                      <a:pPr rtl="0">
                        <a:buNone/>
                      </a:pPr>
                      <a:r>
                        <a:rPr lang="es-ES" sz="600" b="1">
                          <a:solidFill>
                            <a:srgbClr val="1F1F1F"/>
                          </a:solidFill>
                          <a:effectLst/>
                          <a:latin typeface="Google Sans Text"/>
                        </a:rPr>
                        <a:t>7</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AAA_2013J_45642</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North Western Region</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A Level or Equivalent</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90-100%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0-35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120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-29</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Pass</a:t>
                      </a: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extLst>
                  <a:ext uri="{0D108BD9-81ED-4DB2-BD59-A6C34878D82A}">
                    <a16:rowId xmlns:a16="http://schemas.microsoft.com/office/drawing/2014/main" val="4031840425"/>
                  </a:ext>
                </a:extLst>
              </a:tr>
              <a:tr h="381011">
                <a:tc>
                  <a:txBody>
                    <a:bodyPr/>
                    <a:lstStyle/>
                    <a:p>
                      <a:pPr rtl="0">
                        <a:buNone/>
                      </a:pPr>
                      <a:r>
                        <a:rPr lang="es-ES" sz="600" b="1">
                          <a:solidFill>
                            <a:srgbClr val="1F1F1F"/>
                          </a:solidFill>
                          <a:effectLst/>
                          <a:latin typeface="Google Sans Text"/>
                        </a:rPr>
                        <a:t>8</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AAA_2013J_52130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East Anglian Region</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a:solidFill>
                            <a:srgbClr val="1F1F1F"/>
                          </a:solidFill>
                          <a:effectLst/>
                          <a:latin typeface="Google Sans Text"/>
                        </a:rPr>
                        <a:t>A Level or Equivalent</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70-80%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0-35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90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-33</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tc>
                  <a:txBody>
                    <a:bodyPr/>
                    <a:lstStyle/>
                    <a:p>
                      <a:pPr rtl="0">
                        <a:buNone/>
                      </a:pPr>
                      <a:r>
                        <a:rPr lang="es-ES" sz="1200" dirty="0">
                          <a:solidFill>
                            <a:srgbClr val="1F1F1F"/>
                          </a:solidFill>
                          <a:effectLst/>
                          <a:latin typeface="Google Sans Text"/>
                        </a:rPr>
                        <a:t>Pass</a:t>
                      </a: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75887339"/>
                  </a:ext>
                </a:extLst>
              </a:tr>
              <a:tr h="407796">
                <a:tc>
                  <a:txBody>
                    <a:bodyPr/>
                    <a:lstStyle/>
                    <a:p>
                      <a:pPr rtl="0">
                        <a:buNone/>
                      </a:pPr>
                      <a:r>
                        <a:rPr lang="es-ES" sz="600" b="1">
                          <a:solidFill>
                            <a:srgbClr val="1F1F1F"/>
                          </a:solidFill>
                          <a:effectLst/>
                          <a:latin typeface="Google Sans Text"/>
                        </a:rPr>
                        <a:t>9</a:t>
                      </a:r>
                      <a:endParaRPr lang="es-ES" sz="60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AAA_2013J_53025</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North Region</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a:solidFill>
                            <a:srgbClr val="1F1F1F"/>
                          </a:solidFill>
                          <a:effectLst/>
                          <a:latin typeface="Google Sans Text"/>
                        </a:rPr>
                        <a:t>Post Graduate Qualification</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err="1">
                          <a:solidFill>
                            <a:srgbClr val="1F1F1F"/>
                          </a:solidFill>
                          <a:effectLst/>
                          <a:latin typeface="Google Sans Text"/>
                        </a:rPr>
                        <a:t>nan</a:t>
                      </a: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55&lt;=</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60</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-179</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endParaRPr lang="es-ES" sz="1200" dirty="0">
                        <a:solidFill>
                          <a:srgbClr val="1F1F1F"/>
                        </a:solidFill>
                        <a:effectLst/>
                        <a:latin typeface="Google Sans Text"/>
                      </a:endParaRP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268</a:t>
                      </a:r>
                    </a:p>
                  </a:txBody>
                  <a:tcPr marL="28843" marR="20602"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tc>
                  <a:txBody>
                    <a:bodyPr/>
                    <a:lstStyle/>
                    <a:p>
                      <a:pPr rtl="0">
                        <a:buNone/>
                      </a:pPr>
                      <a:r>
                        <a:rPr lang="es-ES" sz="1200" dirty="0">
                          <a:solidFill>
                            <a:srgbClr val="1F1F1F"/>
                          </a:solidFill>
                          <a:effectLst/>
                          <a:latin typeface="Google Sans Text"/>
                        </a:rPr>
                        <a:t>Pass</a:t>
                      </a:r>
                    </a:p>
                  </a:txBody>
                  <a:tcPr marL="28843" marR="28843" marT="27470" marB="27470" anchor="ctr">
                    <a:lnL w="5443" cap="flat" cmpd="sng" algn="ctr">
                      <a:solidFill>
                        <a:schemeClr val="bg1"/>
                      </a:solidFill>
                      <a:prstDash val="solid"/>
                      <a:round/>
                      <a:headEnd type="none" w="med" len="med"/>
                      <a:tailEnd type="none" w="med" len="med"/>
                    </a:lnL>
                    <a:lnR w="5443" cap="flat" cmpd="sng" algn="ctr">
                      <a:solidFill>
                        <a:schemeClr val="bg1"/>
                      </a:solidFill>
                      <a:prstDash val="solid"/>
                      <a:round/>
                      <a:headEnd type="none" w="med" len="med"/>
                      <a:tailEnd type="none" w="med" len="med"/>
                    </a:lnR>
                    <a:lnT w="5443" cap="flat" cmpd="sng" algn="ctr">
                      <a:solidFill>
                        <a:schemeClr val="bg1"/>
                      </a:solidFill>
                      <a:prstDash val="solid"/>
                      <a:round/>
                      <a:headEnd type="none" w="med" len="med"/>
                      <a:tailEnd type="none" w="med" len="med"/>
                    </a:lnT>
                    <a:lnB w="5443" cap="flat" cmpd="sng" algn="ctr">
                      <a:solidFill>
                        <a:schemeClr val="bg1"/>
                      </a:solidFill>
                      <a:prstDash val="solid"/>
                      <a:round/>
                      <a:headEnd type="none" w="med" len="med"/>
                      <a:tailEnd type="none" w="med" len="med"/>
                    </a:lnB>
                    <a:solidFill>
                      <a:srgbClr val="F6E1C6"/>
                    </a:solidFill>
                  </a:tcPr>
                </a:tc>
                <a:extLst>
                  <a:ext uri="{0D108BD9-81ED-4DB2-BD59-A6C34878D82A}">
                    <a16:rowId xmlns:a16="http://schemas.microsoft.com/office/drawing/2014/main" val="1176819570"/>
                  </a:ext>
                </a:extLst>
              </a:tr>
            </a:tbl>
          </a:graphicData>
        </a:graphic>
      </p:graphicFrame>
      <p:pic>
        <p:nvPicPr>
          <p:cNvPr id="32" name="Imagen 31">
            <a:extLst>
              <a:ext uri="{FF2B5EF4-FFF2-40B4-BE49-F238E27FC236}">
                <a16:creationId xmlns:a16="http://schemas.microsoft.com/office/drawing/2014/main" id="{1014DD5D-2751-8273-C328-14F4147DA20D}"/>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5DD1EE71-4DF5-A8F4-2074-3597EB3C5514}"/>
              </a:ext>
            </a:extLst>
          </p:cNvPr>
          <p:cNvSpPr>
            <a:spLocks noGrp="1"/>
          </p:cNvSpPr>
          <p:nvPr>
            <p:ph type="title"/>
          </p:nvPr>
        </p:nvSpPr>
        <p:spPr>
          <a:xfrm>
            <a:off x="734830" y="358833"/>
            <a:ext cx="6792069" cy="627114"/>
          </a:xfrm>
        </p:spPr>
        <p:txBody>
          <a:bodyPr anchor="b">
            <a:normAutofit/>
          </a:bodyPr>
          <a:lstStyle/>
          <a:p>
            <a:r>
              <a:rPr lang="es-ES" dirty="0"/>
              <a:t>PREPARACIÓN DE DATOS I</a:t>
            </a:r>
          </a:p>
        </p:txBody>
      </p:sp>
      <p:sp>
        <p:nvSpPr>
          <p:cNvPr id="34" name="Título 1">
            <a:extLst>
              <a:ext uri="{FF2B5EF4-FFF2-40B4-BE49-F238E27FC236}">
                <a16:creationId xmlns:a16="http://schemas.microsoft.com/office/drawing/2014/main" id="{32CECF17-E72B-7FB9-48A9-F3DE49AFE427}"/>
              </a:ext>
            </a:extLst>
          </p:cNvPr>
          <p:cNvSpPr txBox="1">
            <a:spLocks/>
          </p:cNvSpPr>
          <p:nvPr/>
        </p:nvSpPr>
        <p:spPr>
          <a:xfrm>
            <a:off x="734830" y="845225"/>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DIMENSIÓN DEL ESTUDIANTE</a:t>
            </a:r>
          </a:p>
        </p:txBody>
      </p:sp>
      <p:cxnSp>
        <p:nvCxnSpPr>
          <p:cNvPr id="35" name="Conector recto 34">
            <a:extLst>
              <a:ext uri="{FF2B5EF4-FFF2-40B4-BE49-F238E27FC236}">
                <a16:creationId xmlns:a16="http://schemas.microsoft.com/office/drawing/2014/main" id="{9E079098-EAC6-4EEF-CB98-E75CE6D1AC68}"/>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05629725"/>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F4126-E1C9-F6ED-FB0F-8B7E8038974C}"/>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3C0747C2-FAB9-7FDC-ADC7-A9F8D696B445}"/>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3BF5FCAD-4EC6-D702-FAC1-10F7D93854BC}"/>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BB517A1A-D387-B68B-9762-7B34119B3496}"/>
              </a:ext>
            </a:extLst>
          </p:cNvPr>
          <p:cNvSpPr>
            <a:spLocks noGrp="1"/>
          </p:cNvSpPr>
          <p:nvPr>
            <p:ph type="sldNum" sz="quarter" idx="12"/>
          </p:nvPr>
        </p:nvSpPr>
        <p:spPr/>
        <p:txBody>
          <a:bodyPr/>
          <a:lstStyle/>
          <a:p>
            <a:pPr rtl="0"/>
            <a:fld id="{DD84031F-D6BF-4677-B12E-7D8B88BA70F7}" type="slidenum">
              <a:rPr lang="en-US" smtClean="0"/>
              <a:t>14</a:t>
            </a:fld>
            <a:endParaRPr lang="en-US"/>
          </a:p>
        </p:txBody>
      </p:sp>
      <p:pic>
        <p:nvPicPr>
          <p:cNvPr id="32" name="Imagen 31">
            <a:extLst>
              <a:ext uri="{FF2B5EF4-FFF2-40B4-BE49-F238E27FC236}">
                <a16:creationId xmlns:a16="http://schemas.microsoft.com/office/drawing/2014/main" id="{C96711D9-4975-C2D1-E560-0BD9238A9EB5}"/>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6C40268F-EABC-8B6A-F275-260E7F808066}"/>
              </a:ext>
            </a:extLst>
          </p:cNvPr>
          <p:cNvSpPr>
            <a:spLocks noGrp="1"/>
          </p:cNvSpPr>
          <p:nvPr>
            <p:ph type="title"/>
          </p:nvPr>
        </p:nvSpPr>
        <p:spPr>
          <a:xfrm>
            <a:off x="734830" y="358833"/>
            <a:ext cx="6792069" cy="627114"/>
          </a:xfrm>
        </p:spPr>
        <p:txBody>
          <a:bodyPr anchor="b">
            <a:normAutofit/>
          </a:bodyPr>
          <a:lstStyle/>
          <a:p>
            <a:r>
              <a:rPr lang="es-ES" dirty="0"/>
              <a:t>PREPARACIÓN DE DATOS II</a:t>
            </a:r>
          </a:p>
        </p:txBody>
      </p:sp>
      <p:sp>
        <p:nvSpPr>
          <p:cNvPr id="34" name="Título 1">
            <a:extLst>
              <a:ext uri="{FF2B5EF4-FFF2-40B4-BE49-F238E27FC236}">
                <a16:creationId xmlns:a16="http://schemas.microsoft.com/office/drawing/2014/main" id="{BB7799AB-D36E-BE67-AD81-E1D6DBE2359A}"/>
              </a:ext>
            </a:extLst>
          </p:cNvPr>
          <p:cNvSpPr txBox="1">
            <a:spLocks/>
          </p:cNvSpPr>
          <p:nvPr/>
        </p:nvSpPr>
        <p:spPr>
          <a:xfrm>
            <a:off x="734830" y="845225"/>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DIMENSIÓN DEL ESTUDIANTE</a:t>
            </a:r>
          </a:p>
        </p:txBody>
      </p:sp>
      <p:cxnSp>
        <p:nvCxnSpPr>
          <p:cNvPr id="35" name="Conector recto 34">
            <a:extLst>
              <a:ext uri="{FF2B5EF4-FFF2-40B4-BE49-F238E27FC236}">
                <a16:creationId xmlns:a16="http://schemas.microsoft.com/office/drawing/2014/main" id="{2BDB64F8-1BC1-3DD9-7FBE-D64419199BB5}"/>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5" name="Tabla 4">
            <a:extLst>
              <a:ext uri="{FF2B5EF4-FFF2-40B4-BE49-F238E27FC236}">
                <a16:creationId xmlns:a16="http://schemas.microsoft.com/office/drawing/2014/main" id="{EF526389-2034-6AD6-B715-8531EDDD5008}"/>
              </a:ext>
            </a:extLst>
          </p:cNvPr>
          <p:cNvGraphicFramePr>
            <a:graphicFrameLocks noGrp="1"/>
          </p:cNvGraphicFramePr>
          <p:nvPr>
            <p:extLst>
              <p:ext uri="{D42A27DB-BD31-4B8C-83A1-F6EECF244321}">
                <p14:modId xmlns:p14="http://schemas.microsoft.com/office/powerpoint/2010/main" val="3422931143"/>
              </p:ext>
            </p:extLst>
          </p:nvPr>
        </p:nvGraphicFramePr>
        <p:xfrm>
          <a:off x="821411" y="1697531"/>
          <a:ext cx="5719090" cy="4411660"/>
        </p:xfrm>
        <a:graphic>
          <a:graphicData uri="http://schemas.openxmlformats.org/drawingml/2006/table">
            <a:tbl>
              <a:tblPr/>
              <a:tblGrid>
                <a:gridCol w="952771">
                  <a:extLst>
                    <a:ext uri="{9D8B030D-6E8A-4147-A177-3AD203B41FA5}">
                      <a16:colId xmlns:a16="http://schemas.microsoft.com/office/drawing/2014/main" val="1342367554"/>
                    </a:ext>
                  </a:extLst>
                </a:gridCol>
                <a:gridCol w="790712">
                  <a:extLst>
                    <a:ext uri="{9D8B030D-6E8A-4147-A177-3AD203B41FA5}">
                      <a16:colId xmlns:a16="http://schemas.microsoft.com/office/drawing/2014/main" val="773379657"/>
                    </a:ext>
                  </a:extLst>
                </a:gridCol>
                <a:gridCol w="632570">
                  <a:extLst>
                    <a:ext uri="{9D8B030D-6E8A-4147-A177-3AD203B41FA5}">
                      <a16:colId xmlns:a16="http://schemas.microsoft.com/office/drawing/2014/main" val="2410107163"/>
                    </a:ext>
                  </a:extLst>
                </a:gridCol>
                <a:gridCol w="483492">
                  <a:extLst>
                    <a:ext uri="{9D8B030D-6E8A-4147-A177-3AD203B41FA5}">
                      <a16:colId xmlns:a16="http://schemas.microsoft.com/office/drawing/2014/main" val="2234242227"/>
                    </a:ext>
                  </a:extLst>
                </a:gridCol>
                <a:gridCol w="550517">
                  <a:extLst>
                    <a:ext uri="{9D8B030D-6E8A-4147-A177-3AD203B41FA5}">
                      <a16:colId xmlns:a16="http://schemas.microsoft.com/office/drawing/2014/main" val="908225983"/>
                    </a:ext>
                  </a:extLst>
                </a:gridCol>
                <a:gridCol w="845454">
                  <a:extLst>
                    <a:ext uri="{9D8B030D-6E8A-4147-A177-3AD203B41FA5}">
                      <a16:colId xmlns:a16="http://schemas.microsoft.com/office/drawing/2014/main" val="2124869056"/>
                    </a:ext>
                  </a:extLst>
                </a:gridCol>
                <a:gridCol w="536473">
                  <a:extLst>
                    <a:ext uri="{9D8B030D-6E8A-4147-A177-3AD203B41FA5}">
                      <a16:colId xmlns:a16="http://schemas.microsoft.com/office/drawing/2014/main" val="3765123539"/>
                    </a:ext>
                  </a:extLst>
                </a:gridCol>
                <a:gridCol w="927101">
                  <a:extLst>
                    <a:ext uri="{9D8B030D-6E8A-4147-A177-3AD203B41FA5}">
                      <a16:colId xmlns:a16="http://schemas.microsoft.com/office/drawing/2014/main" val="3811677848"/>
                    </a:ext>
                  </a:extLst>
                </a:gridCol>
              </a:tblGrid>
              <a:tr h="441166">
                <a:tc>
                  <a:txBody>
                    <a:bodyPr/>
                    <a:lstStyle/>
                    <a:p>
                      <a:pPr algn="l">
                        <a:buNone/>
                      </a:pPr>
                      <a:r>
                        <a:rPr lang="es-ES" sz="1200" dirty="0">
                          <a:solidFill>
                            <a:schemeClr val="bg1"/>
                          </a:solidFill>
                          <a:effectLst/>
                        </a:rPr>
                        <a:t>ID compuesto</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200" dirty="0">
                          <a:solidFill>
                            <a:schemeClr val="bg1"/>
                          </a:solidFill>
                          <a:effectLst/>
                        </a:rPr>
                        <a:t>ID evaluación</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200">
                          <a:solidFill>
                            <a:schemeClr val="bg1"/>
                          </a:solidFill>
                          <a:effectLst/>
                        </a:rPr>
                        <a:t>Día de entrega</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200" dirty="0">
                          <a:solidFill>
                            <a:schemeClr val="bg1"/>
                          </a:solidFill>
                          <a:effectLst/>
                        </a:rPr>
                        <a:t>En banco</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200" dirty="0">
                          <a:solidFill>
                            <a:schemeClr val="bg1"/>
                          </a:solidFill>
                          <a:effectLst/>
                        </a:rPr>
                        <a:t>Puntuación</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200" dirty="0">
                          <a:solidFill>
                            <a:schemeClr val="bg1"/>
                          </a:solidFill>
                          <a:effectLst/>
                        </a:rPr>
                        <a:t>Tipo de evaluación</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200" dirty="0">
                          <a:solidFill>
                            <a:schemeClr val="bg1"/>
                          </a:solidFill>
                          <a:effectLst/>
                        </a:rPr>
                        <a:t>Día</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200" dirty="0">
                          <a:solidFill>
                            <a:schemeClr val="bg1"/>
                          </a:solidFill>
                          <a:effectLst/>
                        </a:rPr>
                        <a:t>Peso</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extLst>
                  <a:ext uri="{0D108BD9-81ED-4DB2-BD59-A6C34878D82A}">
                    <a16:rowId xmlns:a16="http://schemas.microsoft.com/office/drawing/2014/main" val="3735285072"/>
                  </a:ext>
                </a:extLst>
              </a:tr>
              <a:tr h="441166">
                <a:tc>
                  <a:txBody>
                    <a:bodyPr/>
                    <a:lstStyle/>
                    <a:p>
                      <a:pPr algn="l">
                        <a:buNone/>
                      </a:pPr>
                      <a:r>
                        <a:rPr lang="es-ES" sz="1200" dirty="0">
                          <a:effectLst/>
                        </a:rPr>
                        <a:t>BBB_2013B_1008675</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14991</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60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40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CMA</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54</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790916899"/>
                  </a:ext>
                </a:extLst>
              </a:tr>
              <a:tr h="441166">
                <a:tc>
                  <a:txBody>
                    <a:bodyPr/>
                    <a:lstStyle/>
                    <a:p>
                      <a:pPr algn="l">
                        <a:buNone/>
                      </a:pPr>
                      <a:r>
                        <a:rPr lang="es-ES" sz="1200">
                          <a:effectLst/>
                        </a:rPr>
                        <a:t>BBB_2013B_1008675</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14992</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95</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100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CMA</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89</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863324492"/>
                  </a:ext>
                </a:extLst>
              </a:tr>
              <a:tr h="441166">
                <a:tc>
                  <a:txBody>
                    <a:bodyPr/>
                    <a:lstStyle/>
                    <a:p>
                      <a:pPr algn="l">
                        <a:buNone/>
                      </a:pPr>
                      <a:r>
                        <a:rPr lang="es-ES" sz="1200" dirty="0">
                          <a:effectLst/>
                        </a:rPr>
                        <a:t>BBB_2013B_1008675</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14993</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126</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100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CMA</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124</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351125714"/>
                  </a:ext>
                </a:extLst>
              </a:tr>
              <a:tr h="441166">
                <a:tc>
                  <a:txBody>
                    <a:bodyPr/>
                    <a:lstStyle/>
                    <a:p>
                      <a:pPr algn="l">
                        <a:buNone/>
                      </a:pPr>
                      <a:r>
                        <a:rPr lang="es-ES" sz="1200">
                          <a:effectLst/>
                        </a:rPr>
                        <a:t>CCC_2014B_1038161</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24290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236</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58</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Exam</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endParaRPr lang="es-ES" sz="1200">
                        <a:effectLst/>
                      </a:endParaRP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100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4033070993"/>
                  </a:ext>
                </a:extLst>
              </a:tr>
              <a:tr h="441166">
                <a:tc>
                  <a:txBody>
                    <a:bodyPr/>
                    <a:lstStyle/>
                    <a:p>
                      <a:pPr algn="l">
                        <a:buNone/>
                      </a:pPr>
                      <a:r>
                        <a:rPr lang="es-ES" sz="1200">
                          <a:effectLst/>
                        </a:rPr>
                        <a:t>CCC_2014B_105523</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24290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236</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60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Exam</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endParaRPr lang="es-ES" sz="1200">
                        <a:effectLst/>
                      </a:endParaRP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100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475796707"/>
                  </a:ext>
                </a:extLst>
              </a:tr>
              <a:tr h="441166">
                <a:tc>
                  <a:txBody>
                    <a:bodyPr/>
                    <a:lstStyle/>
                    <a:p>
                      <a:pPr algn="l">
                        <a:buNone/>
                      </a:pPr>
                      <a:r>
                        <a:rPr lang="es-ES" sz="1200" dirty="0">
                          <a:effectLst/>
                        </a:rPr>
                        <a:t>CCC_2014B_1057883</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24290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230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78</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err="1">
                          <a:effectLst/>
                        </a:rPr>
                        <a:t>Exam</a:t>
                      </a:r>
                      <a:endParaRPr lang="es-ES" sz="1200" dirty="0">
                        <a:effectLst/>
                      </a:endParaRP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endParaRPr lang="es-ES" sz="1200" dirty="0">
                        <a:effectLst/>
                      </a:endParaRP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100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552315226"/>
                  </a:ext>
                </a:extLst>
              </a:tr>
              <a:tr h="441166">
                <a:tc>
                  <a:txBody>
                    <a:bodyPr/>
                    <a:lstStyle/>
                    <a:p>
                      <a:pPr algn="l">
                        <a:buNone/>
                      </a:pPr>
                      <a:r>
                        <a:rPr lang="es-ES" sz="1200" dirty="0">
                          <a:effectLst/>
                        </a:rPr>
                        <a:t>AAA_2013J_100893</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1752</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17</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63</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TMA</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19</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10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55910947"/>
                  </a:ext>
                </a:extLst>
              </a:tr>
              <a:tr h="441166">
                <a:tc>
                  <a:txBody>
                    <a:bodyPr/>
                    <a:lstStyle/>
                    <a:p>
                      <a:pPr algn="l">
                        <a:buNone/>
                      </a:pPr>
                      <a:r>
                        <a:rPr lang="es-ES" sz="1200" dirty="0">
                          <a:effectLst/>
                        </a:rPr>
                        <a:t>AAA_2013J_100893</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1753</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50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68</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TMA</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54</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20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621690532"/>
                  </a:ext>
                </a:extLst>
              </a:tr>
              <a:tr h="441166">
                <a:tc>
                  <a:txBody>
                    <a:bodyPr/>
                    <a:lstStyle/>
                    <a:p>
                      <a:pPr algn="l">
                        <a:buNone/>
                      </a:pPr>
                      <a:r>
                        <a:rPr lang="es-ES" sz="1200" dirty="0">
                          <a:effectLst/>
                        </a:rPr>
                        <a:t>AAA_2013J_100893</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1754</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116</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71</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TMA</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a:effectLst/>
                        </a:rPr>
                        <a:t>117</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200" dirty="0">
                          <a:effectLst/>
                        </a:rPr>
                        <a:t>20</a:t>
                      </a:r>
                    </a:p>
                  </a:txBody>
                  <a:tcPr marL="30217" marR="30217" marT="30217" marB="30217"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843025120"/>
                  </a:ext>
                </a:extLst>
              </a:tr>
            </a:tbl>
          </a:graphicData>
        </a:graphic>
      </p:graphicFrame>
      <p:graphicFrame>
        <p:nvGraphicFramePr>
          <p:cNvPr id="9" name="Tabla 8">
            <a:extLst>
              <a:ext uri="{FF2B5EF4-FFF2-40B4-BE49-F238E27FC236}">
                <a16:creationId xmlns:a16="http://schemas.microsoft.com/office/drawing/2014/main" id="{BCB68EDE-E27D-4B66-6FBC-FFFB95EC738D}"/>
              </a:ext>
            </a:extLst>
          </p:cNvPr>
          <p:cNvGraphicFramePr>
            <a:graphicFrameLocks noGrp="1"/>
          </p:cNvGraphicFramePr>
          <p:nvPr>
            <p:extLst>
              <p:ext uri="{D42A27DB-BD31-4B8C-83A1-F6EECF244321}">
                <p14:modId xmlns:p14="http://schemas.microsoft.com/office/powerpoint/2010/main" val="290083952"/>
              </p:ext>
            </p:extLst>
          </p:nvPr>
        </p:nvGraphicFramePr>
        <p:xfrm>
          <a:off x="6724194" y="1697531"/>
          <a:ext cx="5065470" cy="4411660"/>
        </p:xfrm>
        <a:graphic>
          <a:graphicData uri="http://schemas.openxmlformats.org/drawingml/2006/table">
            <a:tbl>
              <a:tblPr/>
              <a:tblGrid>
                <a:gridCol w="1013094">
                  <a:extLst>
                    <a:ext uri="{9D8B030D-6E8A-4147-A177-3AD203B41FA5}">
                      <a16:colId xmlns:a16="http://schemas.microsoft.com/office/drawing/2014/main" val="2573742573"/>
                    </a:ext>
                  </a:extLst>
                </a:gridCol>
                <a:gridCol w="1013094">
                  <a:extLst>
                    <a:ext uri="{9D8B030D-6E8A-4147-A177-3AD203B41FA5}">
                      <a16:colId xmlns:a16="http://schemas.microsoft.com/office/drawing/2014/main" val="754453664"/>
                    </a:ext>
                  </a:extLst>
                </a:gridCol>
                <a:gridCol w="1013094">
                  <a:extLst>
                    <a:ext uri="{9D8B030D-6E8A-4147-A177-3AD203B41FA5}">
                      <a16:colId xmlns:a16="http://schemas.microsoft.com/office/drawing/2014/main" val="1681364991"/>
                    </a:ext>
                  </a:extLst>
                </a:gridCol>
                <a:gridCol w="1013094">
                  <a:extLst>
                    <a:ext uri="{9D8B030D-6E8A-4147-A177-3AD203B41FA5}">
                      <a16:colId xmlns:a16="http://schemas.microsoft.com/office/drawing/2014/main" val="1129437254"/>
                    </a:ext>
                  </a:extLst>
                </a:gridCol>
                <a:gridCol w="1013094">
                  <a:extLst>
                    <a:ext uri="{9D8B030D-6E8A-4147-A177-3AD203B41FA5}">
                      <a16:colId xmlns:a16="http://schemas.microsoft.com/office/drawing/2014/main" val="1857850812"/>
                    </a:ext>
                  </a:extLst>
                </a:gridCol>
              </a:tblGrid>
              <a:tr h="401060">
                <a:tc>
                  <a:txBody>
                    <a:bodyPr/>
                    <a:lstStyle/>
                    <a:p>
                      <a:pPr algn="l">
                        <a:buNone/>
                      </a:pPr>
                      <a:r>
                        <a:rPr lang="es-ES" sz="1100" dirty="0">
                          <a:solidFill>
                            <a:schemeClr val="bg1"/>
                          </a:solidFill>
                          <a:effectLst/>
                        </a:rPr>
                        <a:t>ID compuesto</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100" dirty="0">
                          <a:solidFill>
                            <a:schemeClr val="bg1"/>
                          </a:solidFill>
                          <a:effectLst/>
                        </a:rPr>
                        <a:t>ID sitio</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100">
                          <a:solidFill>
                            <a:schemeClr val="bg1"/>
                          </a:solidFill>
                          <a:effectLst/>
                        </a:rPr>
                        <a:t>Día</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100" dirty="0">
                          <a:solidFill>
                            <a:schemeClr val="bg1"/>
                          </a:solidFill>
                          <a:effectLst/>
                        </a:rPr>
                        <a:t>Total de </a:t>
                      </a:r>
                      <a:r>
                        <a:rPr lang="es-ES" sz="1100" dirty="0" err="1">
                          <a:solidFill>
                            <a:schemeClr val="bg1"/>
                          </a:solidFill>
                          <a:effectLst/>
                        </a:rPr>
                        <a:t>clicks</a:t>
                      </a:r>
                      <a:endParaRPr lang="es-ES" sz="1100" dirty="0">
                        <a:solidFill>
                          <a:schemeClr val="bg1"/>
                        </a:solidFill>
                        <a:effectLst/>
                      </a:endParaRP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tc>
                  <a:txBody>
                    <a:bodyPr/>
                    <a:lstStyle/>
                    <a:p>
                      <a:pPr algn="l">
                        <a:buNone/>
                      </a:pPr>
                      <a:r>
                        <a:rPr lang="es-ES" sz="1100" dirty="0">
                          <a:solidFill>
                            <a:schemeClr val="bg1"/>
                          </a:solidFill>
                          <a:effectLst/>
                        </a:rPr>
                        <a:t>Tipo de actividad</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solidFill>
                      <a:srgbClr val="FF6600"/>
                    </a:solidFill>
                  </a:tcPr>
                </a:tc>
                <a:extLst>
                  <a:ext uri="{0D108BD9-81ED-4DB2-BD59-A6C34878D82A}">
                    <a16:rowId xmlns:a16="http://schemas.microsoft.com/office/drawing/2014/main" val="636351360"/>
                  </a:ext>
                </a:extLst>
              </a:tr>
              <a:tr h="401060">
                <a:tc>
                  <a:txBody>
                    <a:bodyPr/>
                    <a:lstStyle/>
                    <a:p>
                      <a:pPr algn="l">
                        <a:buNone/>
                      </a:pPr>
                      <a:r>
                        <a:rPr lang="es-ES" sz="110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546652</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4</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forumng</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726638454"/>
                  </a:ext>
                </a:extLst>
              </a:tr>
              <a:tr h="401060">
                <a:tc>
                  <a:txBody>
                    <a:bodyPr/>
                    <a:lstStyle/>
                    <a:p>
                      <a:pPr algn="l">
                        <a:buNone/>
                      </a:pPr>
                      <a:r>
                        <a:rPr lang="es-ES" sz="110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546652</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1</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forumng</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336994181"/>
                  </a:ext>
                </a:extLst>
              </a:tr>
              <a:tr h="401060">
                <a:tc>
                  <a:txBody>
                    <a:bodyPr/>
                    <a:lstStyle/>
                    <a:p>
                      <a:pPr algn="l">
                        <a:buNone/>
                      </a:pPr>
                      <a:r>
                        <a:rPr lang="es-ES" sz="110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546652</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1</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forumng</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754462018"/>
                  </a:ext>
                </a:extLst>
              </a:tr>
              <a:tr h="401060">
                <a:tc>
                  <a:txBody>
                    <a:bodyPr/>
                    <a:lstStyle/>
                    <a:p>
                      <a:pPr algn="l">
                        <a:buNone/>
                      </a:pPr>
                      <a:r>
                        <a:rPr lang="es-ES" sz="1100" dirty="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546614</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11</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err="1">
                          <a:effectLst/>
                        </a:rPr>
                        <a:t>homepage</a:t>
                      </a:r>
                      <a:endParaRPr lang="es-ES" sz="1100" dirty="0">
                        <a:effectLst/>
                      </a:endParaRP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467956373"/>
                  </a:ext>
                </a:extLst>
              </a:tr>
              <a:tr h="401060">
                <a:tc>
                  <a:txBody>
                    <a:bodyPr/>
                    <a:lstStyle/>
                    <a:p>
                      <a:pPr algn="l">
                        <a:buNone/>
                      </a:pPr>
                      <a:r>
                        <a:rPr lang="es-ES" sz="110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546714</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1</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oucontent</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61352240"/>
                  </a:ext>
                </a:extLst>
              </a:tr>
              <a:tr h="401060">
                <a:tc>
                  <a:txBody>
                    <a:bodyPr/>
                    <a:lstStyle/>
                    <a:p>
                      <a:pPr algn="l">
                        <a:buNone/>
                      </a:pPr>
                      <a:r>
                        <a:rPr lang="es-ES" sz="110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546652</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8</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forumng</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590601790"/>
                  </a:ext>
                </a:extLst>
              </a:tr>
              <a:tr h="401060">
                <a:tc>
                  <a:txBody>
                    <a:bodyPr/>
                    <a:lstStyle/>
                    <a:p>
                      <a:pPr algn="l">
                        <a:buNone/>
                      </a:pPr>
                      <a:r>
                        <a:rPr lang="es-ES" sz="110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546876</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2</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err="1">
                          <a:effectLst/>
                        </a:rPr>
                        <a:t>subpage</a:t>
                      </a:r>
                      <a:endParaRPr lang="es-ES" sz="1100" dirty="0">
                        <a:effectLst/>
                      </a:endParaRP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629089018"/>
                  </a:ext>
                </a:extLst>
              </a:tr>
              <a:tr h="401060">
                <a:tc>
                  <a:txBody>
                    <a:bodyPr/>
                    <a:lstStyle/>
                    <a:p>
                      <a:pPr algn="l">
                        <a:buNone/>
                      </a:pPr>
                      <a:r>
                        <a:rPr lang="es-ES" sz="110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546688</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15</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oucontent</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823332938"/>
                  </a:ext>
                </a:extLst>
              </a:tr>
              <a:tr h="401060">
                <a:tc>
                  <a:txBody>
                    <a:bodyPr/>
                    <a:lstStyle/>
                    <a:p>
                      <a:pPr algn="l">
                        <a:buNone/>
                      </a:pPr>
                      <a:r>
                        <a:rPr lang="es-ES" sz="110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546662</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17</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oucontent</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89167323"/>
                  </a:ext>
                </a:extLst>
              </a:tr>
              <a:tr h="401060">
                <a:tc>
                  <a:txBody>
                    <a:bodyPr/>
                    <a:lstStyle/>
                    <a:p>
                      <a:pPr algn="l">
                        <a:buNone/>
                      </a:pPr>
                      <a:r>
                        <a:rPr lang="es-ES" sz="1100">
                          <a:effectLst/>
                        </a:rPr>
                        <a:t>AAA_2013J_28400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546890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a:effectLst/>
                        </a:rPr>
                        <a:t>-10</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a:effectLst/>
                        </a:rPr>
                        <a:t>1</a:t>
                      </a: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tc>
                  <a:txBody>
                    <a:bodyPr/>
                    <a:lstStyle/>
                    <a:p>
                      <a:pPr algn="l">
                        <a:buNone/>
                      </a:pPr>
                      <a:r>
                        <a:rPr lang="es-ES" sz="1100" dirty="0" err="1">
                          <a:effectLst/>
                        </a:rPr>
                        <a:t>url</a:t>
                      </a:r>
                      <a:endParaRPr lang="es-ES" sz="1100" dirty="0">
                        <a:effectLst/>
                      </a:endParaRPr>
                    </a:p>
                  </a:txBody>
                  <a:tcPr marL="27470" marR="27470" marT="27470" marB="27470" anchor="ctr">
                    <a:lnL w="5443" cap="flat" cmpd="sng" algn="ctr">
                      <a:solidFill>
                        <a:srgbClr val="DDDDDD"/>
                      </a:solidFill>
                      <a:prstDash val="solid"/>
                      <a:round/>
                      <a:headEnd type="none" w="med" len="med"/>
                      <a:tailEnd type="none" w="med" len="med"/>
                    </a:lnL>
                    <a:lnR w="5443" cap="flat" cmpd="sng" algn="ctr">
                      <a:solidFill>
                        <a:srgbClr val="DDDDDD"/>
                      </a:solidFill>
                      <a:prstDash val="solid"/>
                      <a:round/>
                      <a:headEnd type="none" w="med" len="med"/>
                      <a:tailEnd type="none" w="med" len="med"/>
                    </a:lnR>
                    <a:lnT w="5443" cap="flat" cmpd="sng" algn="ctr">
                      <a:solidFill>
                        <a:srgbClr val="DDDDDD"/>
                      </a:solidFill>
                      <a:prstDash val="solid"/>
                      <a:round/>
                      <a:headEnd type="none" w="med" len="med"/>
                      <a:tailEnd type="none" w="med" len="med"/>
                    </a:lnT>
                    <a:lnB w="5443"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938781022"/>
                  </a:ext>
                </a:extLst>
              </a:tr>
            </a:tbl>
          </a:graphicData>
        </a:graphic>
      </p:graphicFrame>
    </p:spTree>
    <p:extLst>
      <p:ext uri="{BB962C8B-B14F-4D97-AF65-F5344CB8AC3E}">
        <p14:creationId xmlns:p14="http://schemas.microsoft.com/office/powerpoint/2010/main" val="24053745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4082E-C851-53E9-F450-68BE1FA0EE00}"/>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C76FAED2-BF7D-E454-0FB8-3B0FC0331009}"/>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3ED4D936-81DF-A16C-D433-9E0E4D374393}"/>
              </a:ext>
            </a:extLst>
          </p:cNvPr>
          <p:cNvSpPr>
            <a:spLocks noGrp="1"/>
          </p:cNvSpPr>
          <p:nvPr>
            <p:ph type="ftr" sz="quarter" idx="11"/>
          </p:nvPr>
        </p:nvSpPr>
        <p:spPr/>
        <p:txBody>
          <a:bodyPr/>
          <a:lstStyle/>
          <a:p>
            <a:pPr rtl="0"/>
            <a:r>
              <a:rPr lang="es-ES" dirty="0"/>
              <a:t>Texto de ejemplo para el pie de página</a:t>
            </a:r>
            <a:endParaRPr lang="es" dirty="0"/>
          </a:p>
        </p:txBody>
      </p:sp>
      <p:sp>
        <p:nvSpPr>
          <p:cNvPr id="7" name="Marcador de número de diapositiva 6">
            <a:extLst>
              <a:ext uri="{FF2B5EF4-FFF2-40B4-BE49-F238E27FC236}">
                <a16:creationId xmlns:a16="http://schemas.microsoft.com/office/drawing/2014/main" id="{F945C9F8-8EDE-84B5-C495-EE8B46826AF0}"/>
              </a:ext>
            </a:extLst>
          </p:cNvPr>
          <p:cNvSpPr>
            <a:spLocks noGrp="1"/>
          </p:cNvSpPr>
          <p:nvPr>
            <p:ph type="sldNum" sz="quarter" idx="12"/>
          </p:nvPr>
        </p:nvSpPr>
        <p:spPr/>
        <p:txBody>
          <a:bodyPr/>
          <a:lstStyle/>
          <a:p>
            <a:pPr rtl="0"/>
            <a:fld id="{DD84031F-D6BF-4677-B12E-7D8B88BA70F7}" type="slidenum">
              <a:rPr lang="en-US" smtClean="0"/>
              <a:t>15</a:t>
            </a:fld>
            <a:endParaRPr lang="en-US"/>
          </a:p>
        </p:txBody>
      </p:sp>
      <p:pic>
        <p:nvPicPr>
          <p:cNvPr id="32" name="Imagen 31">
            <a:extLst>
              <a:ext uri="{FF2B5EF4-FFF2-40B4-BE49-F238E27FC236}">
                <a16:creationId xmlns:a16="http://schemas.microsoft.com/office/drawing/2014/main" id="{7851D2AC-0CA6-A905-85DE-41A6DFDB43D0}"/>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167BC3B1-55AD-17C4-628D-4DC9C30C5749}"/>
              </a:ext>
            </a:extLst>
          </p:cNvPr>
          <p:cNvSpPr>
            <a:spLocks noGrp="1"/>
          </p:cNvSpPr>
          <p:nvPr>
            <p:ph type="title"/>
          </p:nvPr>
        </p:nvSpPr>
        <p:spPr>
          <a:xfrm>
            <a:off x="734830" y="358833"/>
            <a:ext cx="6792069" cy="627114"/>
          </a:xfrm>
        </p:spPr>
        <p:txBody>
          <a:bodyPr anchor="b">
            <a:normAutofit/>
          </a:bodyPr>
          <a:lstStyle/>
          <a:p>
            <a:r>
              <a:rPr lang="es-ES" dirty="0"/>
              <a:t>PREPARACIÓN DE DATOS III</a:t>
            </a:r>
          </a:p>
        </p:txBody>
      </p:sp>
      <p:sp>
        <p:nvSpPr>
          <p:cNvPr id="34" name="Título 1">
            <a:extLst>
              <a:ext uri="{FF2B5EF4-FFF2-40B4-BE49-F238E27FC236}">
                <a16:creationId xmlns:a16="http://schemas.microsoft.com/office/drawing/2014/main" id="{20FAA25A-6036-F758-4CED-B65FE0ACEEE0}"/>
              </a:ext>
            </a:extLst>
          </p:cNvPr>
          <p:cNvSpPr txBox="1">
            <a:spLocks/>
          </p:cNvSpPr>
          <p:nvPr/>
        </p:nvSpPr>
        <p:spPr>
          <a:xfrm>
            <a:off x="734830" y="845225"/>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PREPARACIÓN DE DATOS</a:t>
            </a:r>
          </a:p>
        </p:txBody>
      </p:sp>
      <p:cxnSp>
        <p:nvCxnSpPr>
          <p:cNvPr id="35" name="Conector recto 34">
            <a:extLst>
              <a:ext uri="{FF2B5EF4-FFF2-40B4-BE49-F238E27FC236}">
                <a16:creationId xmlns:a16="http://schemas.microsoft.com/office/drawing/2014/main" id="{B8DCC560-1B8E-1B68-C945-2AA209C5FDE5}"/>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sp>
        <p:nvSpPr>
          <p:cNvPr id="2" name="CuadroTexto 1">
            <a:extLst>
              <a:ext uri="{FF2B5EF4-FFF2-40B4-BE49-F238E27FC236}">
                <a16:creationId xmlns:a16="http://schemas.microsoft.com/office/drawing/2014/main" id="{67E61CBF-1FA6-B478-75F8-9EBD264681F5}"/>
              </a:ext>
            </a:extLst>
          </p:cNvPr>
          <p:cNvSpPr txBox="1"/>
          <p:nvPr/>
        </p:nvSpPr>
        <p:spPr>
          <a:xfrm>
            <a:off x="657338" y="2287221"/>
            <a:ext cx="4612085" cy="2970044"/>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s-ES" dirty="0"/>
              <a:t>División en 3 subconjuntos: Train, </a:t>
            </a:r>
            <a:r>
              <a:rPr lang="es-ES" dirty="0" err="1"/>
              <a:t>evaluation</a:t>
            </a:r>
            <a:r>
              <a:rPr lang="es-ES" dirty="0"/>
              <a:t>, test.</a:t>
            </a:r>
          </a:p>
          <a:p>
            <a:pPr marL="285750" indent="-285750">
              <a:spcAft>
                <a:spcPts val="600"/>
              </a:spcAft>
              <a:buFont typeface="Arial" panose="020B0604020202020204" pitchFamily="34" charset="0"/>
              <a:buChar char="•"/>
            </a:pPr>
            <a:r>
              <a:rPr lang="es-ES" dirty="0"/>
              <a:t>Datos sensibles o poco éticos se excluyen (AI </a:t>
            </a:r>
            <a:r>
              <a:rPr lang="es-ES" dirty="0" err="1"/>
              <a:t>Act</a:t>
            </a:r>
            <a:r>
              <a:rPr lang="es-ES" dirty="0"/>
              <a:t>)</a:t>
            </a:r>
          </a:p>
          <a:p>
            <a:pPr marL="285750" indent="-285750">
              <a:spcAft>
                <a:spcPts val="600"/>
              </a:spcAft>
              <a:buFont typeface="Arial" panose="020B0604020202020204" pitchFamily="34" charset="0"/>
              <a:buChar char="•"/>
            </a:pPr>
            <a:r>
              <a:rPr lang="es-ES" dirty="0"/>
              <a:t>Imputación de nulos de diversas formas (</a:t>
            </a:r>
            <a:r>
              <a:rPr lang="es-ES" dirty="0" err="1"/>
              <a:t>Ej</a:t>
            </a:r>
            <a:r>
              <a:rPr lang="es-ES" dirty="0"/>
              <a:t>: Índice Riqueza, fecha de registro)</a:t>
            </a:r>
          </a:p>
          <a:p>
            <a:pPr marL="285750" indent="-285750">
              <a:spcAft>
                <a:spcPts val="600"/>
              </a:spcAft>
              <a:buFont typeface="Arial" panose="020B0604020202020204" pitchFamily="34" charset="0"/>
              <a:buChar char="•"/>
            </a:pPr>
            <a:r>
              <a:rPr lang="es-ES" dirty="0"/>
              <a:t>Normalización por curso.</a:t>
            </a:r>
          </a:p>
          <a:p>
            <a:pPr marL="285750" indent="-285750">
              <a:spcAft>
                <a:spcPts val="600"/>
              </a:spcAft>
              <a:buFont typeface="Arial" panose="020B0604020202020204" pitchFamily="34" charset="0"/>
              <a:buChar char="•"/>
            </a:pPr>
            <a:r>
              <a:rPr lang="es-ES" dirty="0"/>
              <a:t>Concepto de ventana de tiempo</a:t>
            </a:r>
          </a:p>
          <a:p>
            <a:pPr marL="285750" indent="-285750">
              <a:buFont typeface="Arial" panose="020B0604020202020204" pitchFamily="34" charset="0"/>
              <a:buChar char="•"/>
            </a:pPr>
            <a:endParaRPr lang="es-ES" dirty="0"/>
          </a:p>
        </p:txBody>
      </p:sp>
      <p:sp>
        <p:nvSpPr>
          <p:cNvPr id="4" name="CuadroTexto 3">
            <a:extLst>
              <a:ext uri="{FF2B5EF4-FFF2-40B4-BE49-F238E27FC236}">
                <a16:creationId xmlns:a16="http://schemas.microsoft.com/office/drawing/2014/main" id="{816945A6-99BB-9452-CCB4-8D9DB271B19D}"/>
              </a:ext>
            </a:extLst>
          </p:cNvPr>
          <p:cNvSpPr txBox="1"/>
          <p:nvPr/>
        </p:nvSpPr>
        <p:spPr>
          <a:xfrm>
            <a:off x="936308" y="1764227"/>
            <a:ext cx="3434214" cy="369332"/>
          </a:xfrm>
          <a:prstGeom prst="rect">
            <a:avLst/>
          </a:prstGeom>
          <a:noFill/>
        </p:spPr>
        <p:txBody>
          <a:bodyPr wrap="square" rtlCol="0">
            <a:spAutoFit/>
          </a:bodyPr>
          <a:lstStyle/>
          <a:p>
            <a:r>
              <a:rPr lang="es-ES" dirty="0"/>
              <a:t>TRANSVERSAL</a:t>
            </a:r>
          </a:p>
        </p:txBody>
      </p:sp>
      <p:pic>
        <p:nvPicPr>
          <p:cNvPr id="17" name="Imagen 16">
            <a:extLst>
              <a:ext uri="{FF2B5EF4-FFF2-40B4-BE49-F238E27FC236}">
                <a16:creationId xmlns:a16="http://schemas.microsoft.com/office/drawing/2014/main" id="{748057D7-ABC2-FD37-883B-B8FB147370CD}"/>
              </a:ext>
            </a:extLst>
          </p:cNvPr>
          <p:cNvPicPr>
            <a:picLocks noChangeAspect="1"/>
          </p:cNvPicPr>
          <p:nvPr/>
        </p:nvPicPr>
        <p:blipFill>
          <a:blip r:embed="rId4"/>
          <a:stretch>
            <a:fillRect/>
          </a:stretch>
        </p:blipFill>
        <p:spPr>
          <a:xfrm>
            <a:off x="5918743" y="1904204"/>
            <a:ext cx="2589826" cy="4181417"/>
          </a:xfrm>
          <a:prstGeom prst="rect">
            <a:avLst/>
          </a:prstGeom>
        </p:spPr>
      </p:pic>
      <p:pic>
        <p:nvPicPr>
          <p:cNvPr id="19" name="Imagen 18">
            <a:extLst>
              <a:ext uri="{FF2B5EF4-FFF2-40B4-BE49-F238E27FC236}">
                <a16:creationId xmlns:a16="http://schemas.microsoft.com/office/drawing/2014/main" id="{5EAF8861-F38D-CAFB-D34E-CB9475FD384A}"/>
              </a:ext>
            </a:extLst>
          </p:cNvPr>
          <p:cNvPicPr>
            <a:picLocks noChangeAspect="1"/>
          </p:cNvPicPr>
          <p:nvPr/>
        </p:nvPicPr>
        <p:blipFill>
          <a:blip r:embed="rId5"/>
          <a:stretch>
            <a:fillRect/>
          </a:stretch>
        </p:blipFill>
        <p:spPr>
          <a:xfrm>
            <a:off x="8965769" y="2145458"/>
            <a:ext cx="2660611" cy="3883262"/>
          </a:xfrm>
          <a:prstGeom prst="rect">
            <a:avLst/>
          </a:prstGeom>
        </p:spPr>
      </p:pic>
    </p:spTree>
    <p:extLst>
      <p:ext uri="{BB962C8B-B14F-4D97-AF65-F5344CB8AC3E}">
        <p14:creationId xmlns:p14="http://schemas.microsoft.com/office/powerpoint/2010/main" val="317726112"/>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3BEF2-9ED3-91B1-65AF-8D1756F075C9}"/>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0EB62CA0-A57A-66C5-6DC1-5252437BA403}"/>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894ED05E-EEED-9A38-C99C-FFE3C4B81C26}"/>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479DE63C-3AB2-BB00-0FAC-5669318693CC}"/>
              </a:ext>
            </a:extLst>
          </p:cNvPr>
          <p:cNvSpPr>
            <a:spLocks noGrp="1"/>
          </p:cNvSpPr>
          <p:nvPr>
            <p:ph type="sldNum" sz="quarter" idx="12"/>
          </p:nvPr>
        </p:nvSpPr>
        <p:spPr/>
        <p:txBody>
          <a:bodyPr/>
          <a:lstStyle/>
          <a:p>
            <a:pPr rtl="0"/>
            <a:fld id="{DD84031F-D6BF-4677-B12E-7D8B88BA70F7}" type="slidenum">
              <a:rPr lang="en-US" smtClean="0"/>
              <a:t>16</a:t>
            </a:fld>
            <a:endParaRPr lang="en-US"/>
          </a:p>
        </p:txBody>
      </p:sp>
      <p:pic>
        <p:nvPicPr>
          <p:cNvPr id="32" name="Imagen 31">
            <a:extLst>
              <a:ext uri="{FF2B5EF4-FFF2-40B4-BE49-F238E27FC236}">
                <a16:creationId xmlns:a16="http://schemas.microsoft.com/office/drawing/2014/main" id="{A17AABAE-5435-A04E-6144-86B5AD5D92DE}"/>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32261F23-5027-150F-EFBC-62538492548E}"/>
              </a:ext>
            </a:extLst>
          </p:cNvPr>
          <p:cNvSpPr>
            <a:spLocks noGrp="1"/>
          </p:cNvSpPr>
          <p:nvPr>
            <p:ph type="title"/>
          </p:nvPr>
        </p:nvSpPr>
        <p:spPr>
          <a:xfrm>
            <a:off x="734830" y="358833"/>
            <a:ext cx="6792069" cy="627114"/>
          </a:xfrm>
        </p:spPr>
        <p:txBody>
          <a:bodyPr anchor="b">
            <a:normAutofit/>
          </a:bodyPr>
          <a:lstStyle/>
          <a:p>
            <a:r>
              <a:rPr lang="es-ES" dirty="0"/>
              <a:t>PREPARACIÓN DE DATOS IV</a:t>
            </a:r>
          </a:p>
        </p:txBody>
      </p:sp>
      <p:sp>
        <p:nvSpPr>
          <p:cNvPr id="34" name="Título 1">
            <a:extLst>
              <a:ext uri="{FF2B5EF4-FFF2-40B4-BE49-F238E27FC236}">
                <a16:creationId xmlns:a16="http://schemas.microsoft.com/office/drawing/2014/main" id="{B6CC6D02-A557-6BF0-A797-F93449B64E98}"/>
              </a:ext>
            </a:extLst>
          </p:cNvPr>
          <p:cNvSpPr txBox="1">
            <a:spLocks/>
          </p:cNvSpPr>
          <p:nvPr/>
        </p:nvSpPr>
        <p:spPr>
          <a:xfrm>
            <a:off x="734830" y="845225"/>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DIMENSIÓN DEL ESTUDIANTE</a:t>
            </a:r>
          </a:p>
        </p:txBody>
      </p:sp>
      <p:cxnSp>
        <p:nvCxnSpPr>
          <p:cNvPr id="35" name="Conector recto 34">
            <a:extLst>
              <a:ext uri="{FF2B5EF4-FFF2-40B4-BE49-F238E27FC236}">
                <a16:creationId xmlns:a16="http://schemas.microsoft.com/office/drawing/2014/main" id="{67D3D0E4-656C-ACC1-6AE0-0191895F3361}"/>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sp>
        <p:nvSpPr>
          <p:cNvPr id="2" name="Rectángulo 1">
            <a:extLst>
              <a:ext uri="{FF2B5EF4-FFF2-40B4-BE49-F238E27FC236}">
                <a16:creationId xmlns:a16="http://schemas.microsoft.com/office/drawing/2014/main" id="{F66F2172-B173-E80B-8B88-AA578502E76A}"/>
              </a:ext>
            </a:extLst>
          </p:cNvPr>
          <p:cNvSpPr/>
          <p:nvPr/>
        </p:nvSpPr>
        <p:spPr>
          <a:xfrm>
            <a:off x="936309" y="2229592"/>
            <a:ext cx="10598353" cy="4196494"/>
          </a:xfrm>
          <a:prstGeom prst="rect">
            <a:avLst/>
          </a:prstGeom>
          <a:solidFill>
            <a:srgbClr val="EBFFEB"/>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Rectángulo 3">
            <a:extLst>
              <a:ext uri="{FF2B5EF4-FFF2-40B4-BE49-F238E27FC236}">
                <a16:creationId xmlns:a16="http://schemas.microsoft.com/office/drawing/2014/main" id="{928EBF7C-CE9E-342B-57E8-0D1789399767}"/>
              </a:ext>
            </a:extLst>
          </p:cNvPr>
          <p:cNvSpPr/>
          <p:nvPr/>
        </p:nvSpPr>
        <p:spPr>
          <a:xfrm>
            <a:off x="1149966" y="2456419"/>
            <a:ext cx="4694855" cy="3742840"/>
          </a:xfrm>
          <a:prstGeom prst="rect">
            <a:avLst/>
          </a:prstGeom>
          <a:solidFill>
            <a:schemeClr val="accent2">
              <a:lumMod val="20000"/>
              <a:lumOff val="80000"/>
            </a:schemeClr>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A0F40413-58A9-832B-5278-216ECB9AE9D4}"/>
              </a:ext>
            </a:extLst>
          </p:cNvPr>
          <p:cNvSpPr txBox="1"/>
          <p:nvPr/>
        </p:nvSpPr>
        <p:spPr>
          <a:xfrm>
            <a:off x="1240994" y="2674252"/>
            <a:ext cx="4512797" cy="1200329"/>
          </a:xfrm>
          <a:prstGeom prst="rect">
            <a:avLst/>
          </a:prstGeom>
          <a:noFill/>
        </p:spPr>
        <p:txBody>
          <a:bodyPr wrap="square" rtlCol="0">
            <a:spAutoFit/>
          </a:bodyPr>
          <a:lstStyle/>
          <a:p>
            <a:r>
              <a:rPr lang="es-ES" dirty="0"/>
              <a:t>CARACTERÍSTICAS DEL DÍA 0 (14)</a:t>
            </a:r>
            <a:br>
              <a:rPr lang="es-ES" dirty="0"/>
            </a:br>
            <a:endParaRPr lang="es-ES" dirty="0"/>
          </a:p>
          <a:p>
            <a:r>
              <a:rPr lang="es-ES" dirty="0"/>
              <a:t>Créditos previos, índice de riqueza, </a:t>
            </a:r>
            <a:r>
              <a:rPr lang="es-ES" b="1" u="sng" dirty="0"/>
              <a:t>clics antes del día de inicio</a:t>
            </a:r>
          </a:p>
        </p:txBody>
      </p:sp>
      <p:sp>
        <p:nvSpPr>
          <p:cNvPr id="8" name="CuadroTexto 7">
            <a:extLst>
              <a:ext uri="{FF2B5EF4-FFF2-40B4-BE49-F238E27FC236}">
                <a16:creationId xmlns:a16="http://schemas.microsoft.com/office/drawing/2014/main" id="{FE315D91-1BAE-FF05-D17F-98E4104C6D82}"/>
              </a:ext>
            </a:extLst>
          </p:cNvPr>
          <p:cNvSpPr txBox="1"/>
          <p:nvPr/>
        </p:nvSpPr>
        <p:spPr>
          <a:xfrm>
            <a:off x="1149965" y="4092414"/>
            <a:ext cx="4512797" cy="2031325"/>
          </a:xfrm>
          <a:prstGeom prst="rect">
            <a:avLst/>
          </a:prstGeom>
          <a:noFill/>
        </p:spPr>
        <p:txBody>
          <a:bodyPr wrap="square" rtlCol="0">
            <a:spAutoFit/>
          </a:bodyPr>
          <a:lstStyle/>
          <a:p>
            <a:r>
              <a:rPr lang="es-ES" dirty="0"/>
              <a:t>CARACTERÍSTICAS ACUMULATIVAS (47)</a:t>
            </a:r>
          </a:p>
          <a:p>
            <a:endParaRPr lang="es-ES" dirty="0"/>
          </a:p>
          <a:p>
            <a:pPr marL="285750" indent="-285750">
              <a:buFont typeface="Arial" panose="020B0604020202020204" pitchFamily="34" charset="0"/>
              <a:buChar char="•"/>
            </a:pPr>
            <a:r>
              <a:rPr lang="es-ES" dirty="0"/>
              <a:t>Clics acumulados por tipo de recurso</a:t>
            </a:r>
          </a:p>
          <a:p>
            <a:pPr marL="285750" indent="-285750">
              <a:buFont typeface="Arial" panose="020B0604020202020204" pitchFamily="34" charset="0"/>
              <a:buChar char="•"/>
            </a:pPr>
            <a:r>
              <a:rPr lang="es-ES" dirty="0"/>
              <a:t>Tiempo desde última entrega, constancia e intensidad de actividad</a:t>
            </a:r>
          </a:p>
          <a:p>
            <a:pPr marL="285750" indent="-285750">
              <a:buFont typeface="Arial" panose="020B0604020202020204" pitchFamily="34" charset="0"/>
              <a:buChar char="•"/>
            </a:pPr>
            <a:r>
              <a:rPr lang="es-ES" dirty="0"/>
              <a:t>Rendimiento acumulado en evaluaciones</a:t>
            </a:r>
          </a:p>
          <a:p>
            <a:endParaRPr lang="es-ES" dirty="0"/>
          </a:p>
        </p:txBody>
      </p:sp>
      <p:sp>
        <p:nvSpPr>
          <p:cNvPr id="9" name="CuadroTexto 8">
            <a:extLst>
              <a:ext uri="{FF2B5EF4-FFF2-40B4-BE49-F238E27FC236}">
                <a16:creationId xmlns:a16="http://schemas.microsoft.com/office/drawing/2014/main" id="{3D5A2614-1F27-2098-0247-D7CA69D59F33}"/>
              </a:ext>
            </a:extLst>
          </p:cNvPr>
          <p:cNvSpPr txBox="1"/>
          <p:nvPr/>
        </p:nvSpPr>
        <p:spPr>
          <a:xfrm>
            <a:off x="6231108" y="2505670"/>
            <a:ext cx="4935079" cy="923330"/>
          </a:xfrm>
          <a:prstGeom prst="rect">
            <a:avLst/>
          </a:prstGeom>
          <a:noFill/>
        </p:spPr>
        <p:txBody>
          <a:bodyPr wrap="square" rtlCol="0">
            <a:spAutoFit/>
          </a:bodyPr>
          <a:lstStyle/>
          <a:p>
            <a:r>
              <a:rPr lang="es-ES" dirty="0"/>
              <a:t>CARACTERÍSTICAS SECUENCIALES (20 X W)</a:t>
            </a:r>
          </a:p>
          <a:p>
            <a:endParaRPr lang="es-ES" dirty="0"/>
          </a:p>
          <a:p>
            <a:r>
              <a:rPr lang="es-ES" dirty="0"/>
              <a:t>Clics semana a semana en contenido.</a:t>
            </a:r>
          </a:p>
        </p:txBody>
      </p:sp>
    </p:spTree>
    <p:extLst>
      <p:ext uri="{BB962C8B-B14F-4D97-AF65-F5344CB8AC3E}">
        <p14:creationId xmlns:p14="http://schemas.microsoft.com/office/powerpoint/2010/main" val="57318158"/>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21067-AD50-A8B2-54E4-D99B8C4259C4}"/>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251CA7B5-E751-7BD0-8E39-CC6594CB1F94}"/>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FBF433B9-60E1-A085-C980-550285C971B4}"/>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DBD4B65E-F08D-D66A-2E4A-678820087A9E}"/>
              </a:ext>
            </a:extLst>
          </p:cNvPr>
          <p:cNvSpPr>
            <a:spLocks noGrp="1"/>
          </p:cNvSpPr>
          <p:nvPr>
            <p:ph type="sldNum" sz="quarter" idx="12"/>
          </p:nvPr>
        </p:nvSpPr>
        <p:spPr/>
        <p:txBody>
          <a:bodyPr/>
          <a:lstStyle/>
          <a:p>
            <a:pPr rtl="0"/>
            <a:fld id="{DD84031F-D6BF-4677-B12E-7D8B88BA70F7}" type="slidenum">
              <a:rPr lang="en-US" smtClean="0"/>
              <a:t>17</a:t>
            </a:fld>
            <a:endParaRPr lang="en-US"/>
          </a:p>
        </p:txBody>
      </p:sp>
      <p:pic>
        <p:nvPicPr>
          <p:cNvPr id="9" name="Imagen 8">
            <a:extLst>
              <a:ext uri="{FF2B5EF4-FFF2-40B4-BE49-F238E27FC236}">
                <a16:creationId xmlns:a16="http://schemas.microsoft.com/office/drawing/2014/main" id="{76524B0C-159B-3239-A318-CC1643EAAA1E}"/>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12" name="Gráfico 11" descr="Inventario de búsqueda con relleno sólido">
            <a:extLst>
              <a:ext uri="{FF2B5EF4-FFF2-40B4-BE49-F238E27FC236}">
                <a16:creationId xmlns:a16="http://schemas.microsoft.com/office/drawing/2014/main" id="{5930D13B-1D42-6E32-4B6C-6291B74C798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129" y="2343371"/>
            <a:ext cx="1226585" cy="1226585"/>
          </a:xfrm>
          <a:prstGeom prst="rect">
            <a:avLst/>
          </a:prstGeom>
        </p:spPr>
      </p:pic>
      <p:sp>
        <p:nvSpPr>
          <p:cNvPr id="13" name="CuadroTexto 12">
            <a:extLst>
              <a:ext uri="{FF2B5EF4-FFF2-40B4-BE49-F238E27FC236}">
                <a16:creationId xmlns:a16="http://schemas.microsoft.com/office/drawing/2014/main" id="{A6EB8170-5644-8BCB-7210-9994E1675B8F}"/>
              </a:ext>
            </a:extLst>
          </p:cNvPr>
          <p:cNvSpPr txBox="1"/>
          <p:nvPr/>
        </p:nvSpPr>
        <p:spPr>
          <a:xfrm>
            <a:off x="359808" y="3548085"/>
            <a:ext cx="2557220" cy="707886"/>
          </a:xfrm>
          <a:prstGeom prst="rect">
            <a:avLst/>
          </a:prstGeom>
          <a:noFill/>
        </p:spPr>
        <p:txBody>
          <a:bodyPr wrap="square" rtlCol="0">
            <a:spAutoFit/>
          </a:bodyPr>
          <a:lstStyle/>
          <a:p>
            <a:pPr algn="ctr"/>
            <a:r>
              <a:rPr lang="es-ES" sz="2000" dirty="0">
                <a:latin typeface="CMU Serif" panose="02000603000000000000" pitchFamily="2" charset="0"/>
                <a:ea typeface="CMU Serif" panose="02000603000000000000" pitchFamily="2" charset="0"/>
                <a:cs typeface="CMU Serif" panose="02000603000000000000" pitchFamily="2" charset="0"/>
              </a:rPr>
              <a:t>Comprensión del negocio</a:t>
            </a:r>
          </a:p>
        </p:txBody>
      </p:sp>
      <p:pic>
        <p:nvPicPr>
          <p:cNvPr id="14" name="Gráfico 13" descr="Gráfico de barras con relleno sólido">
            <a:extLst>
              <a:ext uri="{FF2B5EF4-FFF2-40B4-BE49-F238E27FC236}">
                <a16:creationId xmlns:a16="http://schemas.microsoft.com/office/drawing/2014/main" id="{31C52B26-9D6B-4997-8AC6-CCDD1701DB3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20373" y="2420680"/>
            <a:ext cx="1071968" cy="1071968"/>
          </a:xfrm>
          <a:prstGeom prst="rect">
            <a:avLst/>
          </a:prstGeom>
        </p:spPr>
      </p:pic>
      <p:sp>
        <p:nvSpPr>
          <p:cNvPr id="15" name="CuadroTexto 14">
            <a:extLst>
              <a:ext uri="{FF2B5EF4-FFF2-40B4-BE49-F238E27FC236}">
                <a16:creationId xmlns:a16="http://schemas.microsoft.com/office/drawing/2014/main" id="{91A5DE45-720C-8215-10A8-7886373B1113}"/>
              </a:ext>
            </a:extLst>
          </p:cNvPr>
          <p:cNvSpPr txBox="1"/>
          <p:nvPr/>
        </p:nvSpPr>
        <p:spPr>
          <a:xfrm>
            <a:off x="2917028" y="351961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Entender datos</a:t>
            </a:r>
          </a:p>
        </p:txBody>
      </p:sp>
      <p:pic>
        <p:nvPicPr>
          <p:cNvPr id="16" name="Gráfico 15" descr="Herramientas de minería con relleno sólido">
            <a:extLst>
              <a:ext uri="{FF2B5EF4-FFF2-40B4-BE49-F238E27FC236}">
                <a16:creationId xmlns:a16="http://schemas.microsoft.com/office/drawing/2014/main" id="{F0A2F7F6-B0C4-B106-1B67-039703C8FC6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45970" y="2485644"/>
            <a:ext cx="914400" cy="914400"/>
          </a:xfrm>
          <a:prstGeom prst="rect">
            <a:avLst/>
          </a:prstGeom>
        </p:spPr>
      </p:pic>
      <p:sp>
        <p:nvSpPr>
          <p:cNvPr id="17" name="CuadroTexto 16">
            <a:extLst>
              <a:ext uri="{FF2B5EF4-FFF2-40B4-BE49-F238E27FC236}">
                <a16:creationId xmlns:a16="http://schemas.microsoft.com/office/drawing/2014/main" id="{AD1FAB34-1752-FAF6-1693-377D533A225F}"/>
              </a:ext>
            </a:extLst>
          </p:cNvPr>
          <p:cNvSpPr txBox="1"/>
          <p:nvPr/>
        </p:nvSpPr>
        <p:spPr>
          <a:xfrm>
            <a:off x="4941300" y="3492648"/>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Preparación de datos</a:t>
            </a:r>
          </a:p>
        </p:txBody>
      </p:sp>
      <p:pic>
        <p:nvPicPr>
          <p:cNvPr id="18" name="Gráfico 17" descr="Portapapeles parcialmente comprobado con relleno sólido">
            <a:extLst>
              <a:ext uri="{FF2B5EF4-FFF2-40B4-BE49-F238E27FC236}">
                <a16:creationId xmlns:a16="http://schemas.microsoft.com/office/drawing/2014/main" id="{4D6E05B1-714C-733A-0E11-FCFB9718B84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58230" y="2441942"/>
            <a:ext cx="914400" cy="914400"/>
          </a:xfrm>
          <a:prstGeom prst="rect">
            <a:avLst/>
          </a:prstGeom>
        </p:spPr>
      </p:pic>
      <p:sp>
        <p:nvSpPr>
          <p:cNvPr id="19" name="CuadroTexto 18">
            <a:extLst>
              <a:ext uri="{FF2B5EF4-FFF2-40B4-BE49-F238E27FC236}">
                <a16:creationId xmlns:a16="http://schemas.microsoft.com/office/drawing/2014/main" id="{C3B4CFB9-8936-5059-C7A4-0421219D5519}"/>
              </a:ext>
            </a:extLst>
          </p:cNvPr>
          <p:cNvSpPr txBox="1"/>
          <p:nvPr/>
        </p:nvSpPr>
        <p:spPr>
          <a:xfrm>
            <a:off x="7145072" y="3424586"/>
            <a:ext cx="1656917" cy="369332"/>
          </a:xfrm>
          <a:prstGeom prst="rect">
            <a:avLst/>
          </a:prstGeom>
          <a:noFill/>
        </p:spPr>
        <p:txBody>
          <a:bodyPr wrap="square" rtlCol="0">
            <a:spAutoFit/>
          </a:bodyPr>
          <a:lstStyle/>
          <a:p>
            <a:pPr algn="ctr"/>
            <a:r>
              <a:rPr lang="es-ES" b="1" dirty="0">
                <a:solidFill>
                  <a:srgbClr val="FF6600"/>
                </a:solidFill>
                <a:latin typeface="CMU Serif" panose="02000603000000000000" pitchFamily="2" charset="0"/>
                <a:ea typeface="CMU Serif" panose="02000603000000000000" pitchFamily="2" charset="0"/>
                <a:cs typeface="CMU Serif" panose="02000603000000000000" pitchFamily="2" charset="0"/>
              </a:rPr>
              <a:t>Modelado</a:t>
            </a:r>
          </a:p>
        </p:txBody>
      </p:sp>
      <p:sp>
        <p:nvSpPr>
          <p:cNvPr id="20" name="CuadroTexto 19">
            <a:extLst>
              <a:ext uri="{FF2B5EF4-FFF2-40B4-BE49-F238E27FC236}">
                <a16:creationId xmlns:a16="http://schemas.microsoft.com/office/drawing/2014/main" id="{37837793-00B9-B93A-4506-0374E34ADCA9}"/>
              </a:ext>
            </a:extLst>
          </p:cNvPr>
          <p:cNvSpPr txBox="1"/>
          <p:nvPr/>
        </p:nvSpPr>
        <p:spPr>
          <a:xfrm>
            <a:off x="9252842" y="343641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Evaluación y XAI</a:t>
            </a:r>
          </a:p>
        </p:txBody>
      </p:sp>
      <p:pic>
        <p:nvPicPr>
          <p:cNvPr id="21" name="Gráfico 20" descr="Robot con relleno sólido">
            <a:extLst>
              <a:ext uri="{FF2B5EF4-FFF2-40B4-BE49-F238E27FC236}">
                <a16:creationId xmlns:a16="http://schemas.microsoft.com/office/drawing/2014/main" id="{17114C92-6531-049D-B9F6-F698F7BA7BC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16331" y="2485644"/>
            <a:ext cx="914400" cy="914400"/>
          </a:xfrm>
          <a:prstGeom prst="rect">
            <a:avLst/>
          </a:prstGeom>
        </p:spPr>
      </p:pic>
    </p:spTree>
    <p:extLst>
      <p:ext uri="{BB962C8B-B14F-4D97-AF65-F5344CB8AC3E}">
        <p14:creationId xmlns:p14="http://schemas.microsoft.com/office/powerpoint/2010/main" val="2780334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30817-FE6B-9096-A4F0-C440BB539C55}"/>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D8F5125E-E1AD-79CE-5A8A-4AB3E37B94A0}"/>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E1CA5A2C-BA67-2057-1F0F-8FD21772B037}"/>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8E6AB164-AAE6-211D-E726-90516D34C37B}"/>
              </a:ext>
            </a:extLst>
          </p:cNvPr>
          <p:cNvSpPr>
            <a:spLocks noGrp="1"/>
          </p:cNvSpPr>
          <p:nvPr>
            <p:ph type="sldNum" sz="quarter" idx="12"/>
          </p:nvPr>
        </p:nvSpPr>
        <p:spPr/>
        <p:txBody>
          <a:bodyPr/>
          <a:lstStyle/>
          <a:p>
            <a:pPr rtl="0"/>
            <a:fld id="{DD84031F-D6BF-4677-B12E-7D8B88BA70F7}" type="slidenum">
              <a:rPr lang="en-US" smtClean="0"/>
              <a:t>18</a:t>
            </a:fld>
            <a:endParaRPr lang="en-US"/>
          </a:p>
        </p:txBody>
      </p:sp>
      <p:pic>
        <p:nvPicPr>
          <p:cNvPr id="32" name="Imagen 31">
            <a:extLst>
              <a:ext uri="{FF2B5EF4-FFF2-40B4-BE49-F238E27FC236}">
                <a16:creationId xmlns:a16="http://schemas.microsoft.com/office/drawing/2014/main" id="{8A748896-05DC-4E0F-5CBB-8686FBF5DF75}"/>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4A617E7E-C76C-4AB6-59FD-BAE00682B638}"/>
              </a:ext>
            </a:extLst>
          </p:cNvPr>
          <p:cNvSpPr>
            <a:spLocks noGrp="1"/>
          </p:cNvSpPr>
          <p:nvPr>
            <p:ph type="title"/>
          </p:nvPr>
        </p:nvSpPr>
        <p:spPr>
          <a:xfrm>
            <a:off x="734830" y="358833"/>
            <a:ext cx="6792069" cy="627114"/>
          </a:xfrm>
        </p:spPr>
        <p:txBody>
          <a:bodyPr anchor="b">
            <a:normAutofit/>
          </a:bodyPr>
          <a:lstStyle/>
          <a:p>
            <a:r>
              <a:rPr lang="es-ES" dirty="0"/>
              <a:t>PREPARACIÓN DE DATOS II</a:t>
            </a:r>
          </a:p>
        </p:txBody>
      </p:sp>
      <p:sp>
        <p:nvSpPr>
          <p:cNvPr id="34" name="Título 1">
            <a:extLst>
              <a:ext uri="{FF2B5EF4-FFF2-40B4-BE49-F238E27FC236}">
                <a16:creationId xmlns:a16="http://schemas.microsoft.com/office/drawing/2014/main" id="{737DE596-DEDE-02F9-CF10-DD554D719A26}"/>
              </a:ext>
            </a:extLst>
          </p:cNvPr>
          <p:cNvSpPr txBox="1">
            <a:spLocks/>
          </p:cNvSpPr>
          <p:nvPr/>
        </p:nvSpPr>
        <p:spPr>
          <a:xfrm>
            <a:off x="750328" y="790698"/>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AUTOENCODER</a:t>
            </a:r>
          </a:p>
        </p:txBody>
      </p:sp>
      <p:cxnSp>
        <p:nvCxnSpPr>
          <p:cNvPr id="35" name="Conector recto 34">
            <a:extLst>
              <a:ext uri="{FF2B5EF4-FFF2-40B4-BE49-F238E27FC236}">
                <a16:creationId xmlns:a16="http://schemas.microsoft.com/office/drawing/2014/main" id="{7FFE9199-7303-1F04-29CD-61F77904A45F}"/>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11" name="Imagen 10">
            <a:extLst>
              <a:ext uri="{FF2B5EF4-FFF2-40B4-BE49-F238E27FC236}">
                <a16:creationId xmlns:a16="http://schemas.microsoft.com/office/drawing/2014/main" id="{D2F7C655-765B-9032-1541-94137C73BEB2}"/>
              </a:ext>
            </a:extLst>
          </p:cNvPr>
          <p:cNvPicPr>
            <a:picLocks noChangeAspect="1"/>
          </p:cNvPicPr>
          <p:nvPr/>
        </p:nvPicPr>
        <p:blipFill>
          <a:blip r:embed="rId4"/>
          <a:stretch>
            <a:fillRect/>
          </a:stretch>
        </p:blipFill>
        <p:spPr>
          <a:xfrm>
            <a:off x="734830" y="3313175"/>
            <a:ext cx="4468203" cy="2754127"/>
          </a:xfrm>
          <a:prstGeom prst="rect">
            <a:avLst/>
          </a:prstGeom>
        </p:spPr>
      </p:pic>
      <p:sp>
        <p:nvSpPr>
          <p:cNvPr id="12" name="CuadroTexto 11">
            <a:extLst>
              <a:ext uri="{FF2B5EF4-FFF2-40B4-BE49-F238E27FC236}">
                <a16:creationId xmlns:a16="http://schemas.microsoft.com/office/drawing/2014/main" id="{90B37904-3175-FAC8-C64A-03D9B2A2AD91}"/>
              </a:ext>
            </a:extLst>
          </p:cNvPr>
          <p:cNvSpPr txBox="1"/>
          <p:nvPr/>
        </p:nvSpPr>
        <p:spPr>
          <a:xfrm>
            <a:off x="898901" y="2031056"/>
            <a:ext cx="3750590" cy="923330"/>
          </a:xfrm>
          <a:prstGeom prst="rect">
            <a:avLst/>
          </a:prstGeom>
          <a:noFill/>
        </p:spPr>
        <p:txBody>
          <a:bodyPr wrap="square" rtlCol="0">
            <a:spAutoFit/>
          </a:bodyPr>
          <a:lstStyle/>
          <a:p>
            <a:pPr marL="285750" indent="-285750">
              <a:buFont typeface="Arial" panose="020B0604020202020204" pitchFamily="34" charset="0"/>
              <a:buChar char="•"/>
            </a:pPr>
            <a:r>
              <a:rPr lang="es-ES" dirty="0"/>
              <a:t>Se introducen todas las ventanas de tiempo.</a:t>
            </a:r>
          </a:p>
          <a:p>
            <a:pPr marL="285750" indent="-285750">
              <a:buFont typeface="Arial" panose="020B0604020202020204" pitchFamily="34" charset="0"/>
              <a:buChar char="•"/>
            </a:pPr>
            <a:r>
              <a:rPr lang="es-ES" dirty="0"/>
              <a:t>Fase I.</a:t>
            </a:r>
          </a:p>
        </p:txBody>
      </p:sp>
      <p:pic>
        <p:nvPicPr>
          <p:cNvPr id="13" name="Imagen 12">
            <a:extLst>
              <a:ext uri="{FF2B5EF4-FFF2-40B4-BE49-F238E27FC236}">
                <a16:creationId xmlns:a16="http://schemas.microsoft.com/office/drawing/2014/main" id="{2B3743AE-0EE2-6B48-A0CA-8E797D78004B}"/>
              </a:ext>
            </a:extLst>
          </p:cNvPr>
          <p:cNvPicPr>
            <a:picLocks noChangeAspect="1"/>
          </p:cNvPicPr>
          <p:nvPr/>
        </p:nvPicPr>
        <p:blipFill rotWithShape="1">
          <a:blip r:embed="rId5"/>
          <a:srcRect r="55691"/>
          <a:stretch>
            <a:fillRect/>
          </a:stretch>
        </p:blipFill>
        <p:spPr bwMode="auto">
          <a:xfrm>
            <a:off x="5326048" y="2220786"/>
            <a:ext cx="5847791" cy="3639196"/>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793501244"/>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5EB4C-02B0-B2C9-1C6C-4B6AFC9F66BD}"/>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2DBAD0A5-C14D-1BE1-7843-AD020684D21C}"/>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FFA854C3-38DA-BDF9-8E4C-34739C1695B4}"/>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69D03327-6D49-C04C-4F84-460B976FB58B}"/>
              </a:ext>
            </a:extLst>
          </p:cNvPr>
          <p:cNvSpPr>
            <a:spLocks noGrp="1"/>
          </p:cNvSpPr>
          <p:nvPr>
            <p:ph type="sldNum" sz="quarter" idx="12"/>
          </p:nvPr>
        </p:nvSpPr>
        <p:spPr/>
        <p:txBody>
          <a:bodyPr/>
          <a:lstStyle/>
          <a:p>
            <a:pPr rtl="0"/>
            <a:fld id="{DD84031F-D6BF-4677-B12E-7D8B88BA70F7}" type="slidenum">
              <a:rPr lang="en-US" smtClean="0"/>
              <a:t>19</a:t>
            </a:fld>
            <a:endParaRPr lang="en-US"/>
          </a:p>
        </p:txBody>
      </p:sp>
      <p:pic>
        <p:nvPicPr>
          <p:cNvPr id="32" name="Imagen 31">
            <a:extLst>
              <a:ext uri="{FF2B5EF4-FFF2-40B4-BE49-F238E27FC236}">
                <a16:creationId xmlns:a16="http://schemas.microsoft.com/office/drawing/2014/main" id="{4D74B954-F12E-B682-E37A-E9A3810ADB48}"/>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CBD2413E-6454-548B-3ACB-0AF6CBF6EF5F}"/>
              </a:ext>
            </a:extLst>
          </p:cNvPr>
          <p:cNvSpPr>
            <a:spLocks noGrp="1"/>
          </p:cNvSpPr>
          <p:nvPr>
            <p:ph type="title"/>
          </p:nvPr>
        </p:nvSpPr>
        <p:spPr>
          <a:xfrm>
            <a:off x="734830" y="358833"/>
            <a:ext cx="6792069" cy="627114"/>
          </a:xfrm>
        </p:spPr>
        <p:txBody>
          <a:bodyPr anchor="b">
            <a:normAutofit/>
          </a:bodyPr>
          <a:lstStyle/>
          <a:p>
            <a:r>
              <a:rPr lang="es-ES" dirty="0"/>
              <a:t>MODELADO II</a:t>
            </a:r>
          </a:p>
        </p:txBody>
      </p:sp>
      <p:sp>
        <p:nvSpPr>
          <p:cNvPr id="34" name="Título 1">
            <a:extLst>
              <a:ext uri="{FF2B5EF4-FFF2-40B4-BE49-F238E27FC236}">
                <a16:creationId xmlns:a16="http://schemas.microsoft.com/office/drawing/2014/main" id="{C5995A40-208A-B932-7D3E-0FD8D0697C65}"/>
              </a:ext>
            </a:extLst>
          </p:cNvPr>
          <p:cNvSpPr txBox="1">
            <a:spLocks/>
          </p:cNvSpPr>
          <p:nvPr/>
        </p:nvSpPr>
        <p:spPr>
          <a:xfrm>
            <a:off x="750328" y="790698"/>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AUTOENCODER</a:t>
            </a:r>
          </a:p>
        </p:txBody>
      </p:sp>
      <p:cxnSp>
        <p:nvCxnSpPr>
          <p:cNvPr id="35" name="Conector recto 34">
            <a:extLst>
              <a:ext uri="{FF2B5EF4-FFF2-40B4-BE49-F238E27FC236}">
                <a16:creationId xmlns:a16="http://schemas.microsoft.com/office/drawing/2014/main" id="{6A95F6C0-E775-5C15-8F56-3D740BE1CC87}"/>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4" name="Imagen 3">
            <a:extLst>
              <a:ext uri="{FF2B5EF4-FFF2-40B4-BE49-F238E27FC236}">
                <a16:creationId xmlns:a16="http://schemas.microsoft.com/office/drawing/2014/main" id="{FA516710-BB1A-4820-D4D7-469896BF9060}"/>
              </a:ext>
            </a:extLst>
          </p:cNvPr>
          <p:cNvPicPr>
            <a:picLocks noChangeAspect="1"/>
          </p:cNvPicPr>
          <p:nvPr/>
        </p:nvPicPr>
        <p:blipFill>
          <a:blip r:embed="rId4"/>
          <a:srcRect l="48582" b="13957"/>
          <a:stretch>
            <a:fillRect/>
          </a:stretch>
        </p:blipFill>
        <p:spPr>
          <a:xfrm>
            <a:off x="600950" y="1541231"/>
            <a:ext cx="5767262" cy="3584847"/>
          </a:xfrm>
          <a:prstGeom prst="rect">
            <a:avLst/>
          </a:prstGeom>
        </p:spPr>
      </p:pic>
      <p:pic>
        <p:nvPicPr>
          <p:cNvPr id="2" name="Imagen 1">
            <a:extLst>
              <a:ext uri="{FF2B5EF4-FFF2-40B4-BE49-F238E27FC236}">
                <a16:creationId xmlns:a16="http://schemas.microsoft.com/office/drawing/2014/main" id="{BEAEC766-B53B-ABC1-8C50-838BE8D4422B}"/>
              </a:ext>
            </a:extLst>
          </p:cNvPr>
          <p:cNvPicPr>
            <a:picLocks noChangeAspect="1"/>
          </p:cNvPicPr>
          <p:nvPr/>
        </p:nvPicPr>
        <p:blipFill>
          <a:blip r:embed="rId5"/>
          <a:stretch>
            <a:fillRect/>
          </a:stretch>
        </p:blipFill>
        <p:spPr>
          <a:xfrm>
            <a:off x="6368212" y="1704402"/>
            <a:ext cx="5543812" cy="3382488"/>
          </a:xfrm>
          <a:prstGeom prst="rect">
            <a:avLst/>
          </a:prstGeom>
        </p:spPr>
      </p:pic>
    </p:spTree>
    <p:extLst>
      <p:ext uri="{BB962C8B-B14F-4D97-AF65-F5344CB8AC3E}">
        <p14:creationId xmlns:p14="http://schemas.microsoft.com/office/powerpoint/2010/main" val="3844153323"/>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22E22-78E1-41C4-2D7E-28F8BDDD699D}"/>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F60391C7-7F3A-58E1-7A37-778407F82A6C}"/>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1E9999E1-5162-9691-2609-21B00FCDA509}"/>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D4557023-1AD9-FFDD-C92F-9C0B7A9288B5}"/>
              </a:ext>
            </a:extLst>
          </p:cNvPr>
          <p:cNvSpPr>
            <a:spLocks noGrp="1"/>
          </p:cNvSpPr>
          <p:nvPr>
            <p:ph type="sldNum" sz="quarter" idx="12"/>
          </p:nvPr>
        </p:nvSpPr>
        <p:spPr/>
        <p:txBody>
          <a:bodyPr/>
          <a:lstStyle/>
          <a:p>
            <a:pPr rtl="0"/>
            <a:fld id="{DD84031F-D6BF-4677-B12E-7D8B88BA70F7}" type="slidenum">
              <a:rPr lang="en-US" smtClean="0"/>
              <a:t>20</a:t>
            </a:fld>
            <a:endParaRPr lang="en-US"/>
          </a:p>
        </p:txBody>
      </p:sp>
      <p:pic>
        <p:nvPicPr>
          <p:cNvPr id="32" name="Imagen 31">
            <a:extLst>
              <a:ext uri="{FF2B5EF4-FFF2-40B4-BE49-F238E27FC236}">
                <a16:creationId xmlns:a16="http://schemas.microsoft.com/office/drawing/2014/main" id="{805258E0-7D74-3F58-E57E-6BCC667E63F6}"/>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95BE4644-69DB-07E8-54A0-BDF1EF50C5FC}"/>
              </a:ext>
            </a:extLst>
          </p:cNvPr>
          <p:cNvSpPr>
            <a:spLocks noGrp="1"/>
          </p:cNvSpPr>
          <p:nvPr>
            <p:ph type="title"/>
          </p:nvPr>
        </p:nvSpPr>
        <p:spPr>
          <a:xfrm>
            <a:off x="734830" y="358833"/>
            <a:ext cx="6792069" cy="627114"/>
          </a:xfrm>
        </p:spPr>
        <p:txBody>
          <a:bodyPr anchor="b">
            <a:normAutofit/>
          </a:bodyPr>
          <a:lstStyle/>
          <a:p>
            <a:r>
              <a:rPr lang="es-ES" dirty="0"/>
              <a:t>MODELADO IV</a:t>
            </a:r>
          </a:p>
        </p:txBody>
      </p:sp>
      <p:sp>
        <p:nvSpPr>
          <p:cNvPr id="34" name="Título 1">
            <a:extLst>
              <a:ext uri="{FF2B5EF4-FFF2-40B4-BE49-F238E27FC236}">
                <a16:creationId xmlns:a16="http://schemas.microsoft.com/office/drawing/2014/main" id="{880BD91C-3C4A-8F5F-A768-61D5B75FA1B3}"/>
              </a:ext>
            </a:extLst>
          </p:cNvPr>
          <p:cNvSpPr txBox="1">
            <a:spLocks/>
          </p:cNvSpPr>
          <p:nvPr/>
        </p:nvSpPr>
        <p:spPr>
          <a:xfrm>
            <a:off x="750328" y="790698"/>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CLUSTERING</a:t>
            </a:r>
          </a:p>
        </p:txBody>
      </p:sp>
      <p:cxnSp>
        <p:nvCxnSpPr>
          <p:cNvPr id="35" name="Conector recto 34">
            <a:extLst>
              <a:ext uri="{FF2B5EF4-FFF2-40B4-BE49-F238E27FC236}">
                <a16:creationId xmlns:a16="http://schemas.microsoft.com/office/drawing/2014/main" id="{84BADBDC-93D7-955F-38F7-E2E6496CF914}"/>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CuadroTexto 3">
            <a:extLst>
              <a:ext uri="{FF2B5EF4-FFF2-40B4-BE49-F238E27FC236}">
                <a16:creationId xmlns:a16="http://schemas.microsoft.com/office/drawing/2014/main" id="{3AF2E794-655E-99DA-FB20-16248B52FB96}"/>
              </a:ext>
            </a:extLst>
          </p:cNvPr>
          <p:cNvSpPr txBox="1"/>
          <p:nvPr/>
        </p:nvSpPr>
        <p:spPr>
          <a:xfrm>
            <a:off x="3279574" y="1546702"/>
            <a:ext cx="1733576" cy="369332"/>
          </a:xfrm>
          <a:prstGeom prst="rect">
            <a:avLst/>
          </a:prstGeom>
          <a:noFill/>
        </p:spPr>
        <p:txBody>
          <a:bodyPr wrap="square" rtlCol="0">
            <a:spAutoFit/>
          </a:bodyPr>
          <a:lstStyle/>
          <a:p>
            <a:r>
              <a:rPr lang="es-ES" dirty="0"/>
              <a:t>PCA + GMM</a:t>
            </a:r>
          </a:p>
        </p:txBody>
      </p:sp>
      <p:pic>
        <p:nvPicPr>
          <p:cNvPr id="5" name="Imagen 4">
            <a:extLst>
              <a:ext uri="{FF2B5EF4-FFF2-40B4-BE49-F238E27FC236}">
                <a16:creationId xmlns:a16="http://schemas.microsoft.com/office/drawing/2014/main" id="{FB800D8B-87C1-A01C-9E68-066F9BB08728}"/>
              </a:ext>
            </a:extLst>
          </p:cNvPr>
          <p:cNvPicPr>
            <a:picLocks noChangeAspect="1"/>
          </p:cNvPicPr>
          <p:nvPr/>
        </p:nvPicPr>
        <p:blipFill>
          <a:blip r:embed="rId4"/>
          <a:srcRect r="49081"/>
          <a:stretch>
            <a:fillRect/>
          </a:stretch>
        </p:blipFill>
        <p:spPr>
          <a:xfrm>
            <a:off x="2179046" y="1916034"/>
            <a:ext cx="3789335" cy="4124617"/>
          </a:xfrm>
          <a:prstGeom prst="rect">
            <a:avLst/>
          </a:prstGeom>
        </p:spPr>
      </p:pic>
      <p:pic>
        <p:nvPicPr>
          <p:cNvPr id="2" name="Imagen 1">
            <a:extLst>
              <a:ext uri="{FF2B5EF4-FFF2-40B4-BE49-F238E27FC236}">
                <a16:creationId xmlns:a16="http://schemas.microsoft.com/office/drawing/2014/main" id="{C8A2BA2A-0409-8424-A98A-F8EC3CE829D0}"/>
              </a:ext>
            </a:extLst>
          </p:cNvPr>
          <p:cNvPicPr>
            <a:picLocks noChangeAspect="1"/>
          </p:cNvPicPr>
          <p:nvPr/>
        </p:nvPicPr>
        <p:blipFill>
          <a:blip r:embed="rId4"/>
          <a:srcRect l="49081"/>
          <a:stretch>
            <a:fillRect/>
          </a:stretch>
        </p:blipFill>
        <p:spPr>
          <a:xfrm>
            <a:off x="6723113" y="1895417"/>
            <a:ext cx="3789335" cy="4124617"/>
          </a:xfrm>
          <a:prstGeom prst="rect">
            <a:avLst/>
          </a:prstGeom>
        </p:spPr>
      </p:pic>
      <p:sp>
        <p:nvSpPr>
          <p:cNvPr id="8" name="CuadroTexto 7">
            <a:extLst>
              <a:ext uri="{FF2B5EF4-FFF2-40B4-BE49-F238E27FC236}">
                <a16:creationId xmlns:a16="http://schemas.microsoft.com/office/drawing/2014/main" id="{A7E1FC9B-F92D-AEB1-4D9E-C72D9218E453}"/>
              </a:ext>
            </a:extLst>
          </p:cNvPr>
          <p:cNvSpPr txBox="1"/>
          <p:nvPr/>
        </p:nvSpPr>
        <p:spPr>
          <a:xfrm>
            <a:off x="7691613" y="1526085"/>
            <a:ext cx="4158240" cy="369332"/>
          </a:xfrm>
          <a:prstGeom prst="rect">
            <a:avLst/>
          </a:prstGeom>
          <a:solidFill>
            <a:schemeClr val="bg1"/>
          </a:solidFill>
        </p:spPr>
        <p:txBody>
          <a:bodyPr wrap="square" rtlCol="0">
            <a:spAutoFit/>
          </a:bodyPr>
          <a:lstStyle/>
          <a:p>
            <a:r>
              <a:rPr lang="es-ES" dirty="0"/>
              <a:t>AE + GMM</a:t>
            </a:r>
          </a:p>
        </p:txBody>
      </p:sp>
    </p:spTree>
    <p:extLst>
      <p:ext uri="{BB962C8B-B14F-4D97-AF65-F5344CB8AC3E}">
        <p14:creationId xmlns:p14="http://schemas.microsoft.com/office/powerpoint/2010/main" val="1477361809"/>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8FFF3-84E0-9AF8-B5B6-253CA63CA4CC}"/>
            </a:ext>
          </a:extLst>
        </p:cNvPr>
        <p:cNvGrpSpPr/>
        <p:nvPr/>
      </p:nvGrpSpPr>
      <p:grpSpPr>
        <a:xfrm>
          <a:off x="0" y="0"/>
          <a:ext cx="0" cy="0"/>
          <a:chOff x="0" y="0"/>
          <a:chExt cx="0" cy="0"/>
        </a:xfrm>
      </p:grpSpPr>
      <p:sp>
        <p:nvSpPr>
          <p:cNvPr id="3" name="Marcador de fecha 2">
            <a:extLst>
              <a:ext uri="{FF2B5EF4-FFF2-40B4-BE49-F238E27FC236}">
                <a16:creationId xmlns:a16="http://schemas.microsoft.com/office/drawing/2014/main" id="{3140AB2E-641F-94F9-BDF1-E84DE4917FF5}"/>
              </a:ext>
            </a:extLst>
          </p:cNvPr>
          <p:cNvSpPr>
            <a:spLocks noGrp="1"/>
          </p:cNvSpPr>
          <p:nvPr>
            <p:ph type="dt" sz="half" idx="10"/>
          </p:nvPr>
        </p:nvSpPr>
        <p:spPr/>
        <p:txBody>
          <a:bodyPr/>
          <a:lstStyle/>
          <a:p>
            <a:pPr rtl="0"/>
            <a:r>
              <a:rPr lang="es-ES"/>
              <a:t>4/8/2025</a:t>
            </a:r>
            <a:endParaRPr lang="en-US"/>
          </a:p>
        </p:txBody>
      </p:sp>
      <p:sp>
        <p:nvSpPr>
          <p:cNvPr id="6" name="Marcador de pie de página 5">
            <a:extLst>
              <a:ext uri="{FF2B5EF4-FFF2-40B4-BE49-F238E27FC236}">
                <a16:creationId xmlns:a16="http://schemas.microsoft.com/office/drawing/2014/main" id="{CD58EA17-2221-10C3-D6F5-A4CCD246758C}"/>
              </a:ext>
            </a:extLst>
          </p:cNvPr>
          <p:cNvSpPr>
            <a:spLocks noGrp="1"/>
          </p:cNvSpPr>
          <p:nvPr>
            <p:ph type="ftr" sz="quarter" idx="11"/>
          </p:nvPr>
        </p:nvSpPr>
        <p:spPr/>
        <p:txBody>
          <a:bodyPr/>
          <a:lstStyle/>
          <a:p>
            <a:pPr rtl="0"/>
            <a:r>
              <a:rPr lang="es-ES"/>
              <a:t>Texto de ejemplo para el pie de página</a:t>
            </a:r>
            <a:endParaRPr lang="es"/>
          </a:p>
        </p:txBody>
      </p:sp>
      <p:sp>
        <p:nvSpPr>
          <p:cNvPr id="7" name="Marcador de número de diapositiva 6">
            <a:extLst>
              <a:ext uri="{FF2B5EF4-FFF2-40B4-BE49-F238E27FC236}">
                <a16:creationId xmlns:a16="http://schemas.microsoft.com/office/drawing/2014/main" id="{456BB27E-AE02-C8A4-7289-F000E292EA00}"/>
              </a:ext>
            </a:extLst>
          </p:cNvPr>
          <p:cNvSpPr>
            <a:spLocks noGrp="1"/>
          </p:cNvSpPr>
          <p:nvPr>
            <p:ph type="sldNum" sz="quarter" idx="12"/>
          </p:nvPr>
        </p:nvSpPr>
        <p:spPr/>
        <p:txBody>
          <a:bodyPr/>
          <a:lstStyle/>
          <a:p>
            <a:pPr rtl="0"/>
            <a:fld id="{DD84031F-D6BF-4677-B12E-7D8B88BA70F7}" type="slidenum">
              <a:rPr lang="en-US" smtClean="0"/>
              <a:t>21</a:t>
            </a:fld>
            <a:endParaRPr lang="en-US"/>
          </a:p>
        </p:txBody>
      </p:sp>
      <p:pic>
        <p:nvPicPr>
          <p:cNvPr id="32" name="Imagen 31">
            <a:extLst>
              <a:ext uri="{FF2B5EF4-FFF2-40B4-BE49-F238E27FC236}">
                <a16:creationId xmlns:a16="http://schemas.microsoft.com/office/drawing/2014/main" id="{3239BAD8-CF6F-DFD3-02D2-72565475D6C3}"/>
              </a:ext>
            </a:extLst>
          </p:cNvPr>
          <p:cNvPicPr>
            <a:picLocks noChangeAspect="1"/>
          </p:cNvPicPr>
          <p:nvPr/>
        </p:nvPicPr>
        <p:blipFill>
          <a:blip r:embed="rId3"/>
          <a:stretch>
            <a:fillRect/>
          </a:stretch>
        </p:blipFill>
        <p:spPr>
          <a:xfrm>
            <a:off x="9918084" y="99023"/>
            <a:ext cx="1871580" cy="799949"/>
          </a:xfrm>
          <a:prstGeom prst="rect">
            <a:avLst/>
          </a:prstGeom>
        </p:spPr>
      </p:pic>
      <p:sp>
        <p:nvSpPr>
          <p:cNvPr id="33" name="Título 1">
            <a:extLst>
              <a:ext uri="{FF2B5EF4-FFF2-40B4-BE49-F238E27FC236}">
                <a16:creationId xmlns:a16="http://schemas.microsoft.com/office/drawing/2014/main" id="{57F3AD34-BB95-7F34-08D9-A7FCBC53086C}"/>
              </a:ext>
            </a:extLst>
          </p:cNvPr>
          <p:cNvSpPr>
            <a:spLocks noGrp="1"/>
          </p:cNvSpPr>
          <p:nvPr>
            <p:ph type="title"/>
          </p:nvPr>
        </p:nvSpPr>
        <p:spPr>
          <a:xfrm>
            <a:off x="734830" y="358833"/>
            <a:ext cx="6792069" cy="627114"/>
          </a:xfrm>
        </p:spPr>
        <p:txBody>
          <a:bodyPr anchor="b">
            <a:normAutofit/>
          </a:bodyPr>
          <a:lstStyle/>
          <a:p>
            <a:r>
              <a:rPr lang="es-ES" dirty="0"/>
              <a:t>MODELADO V</a:t>
            </a:r>
          </a:p>
        </p:txBody>
      </p:sp>
      <p:sp>
        <p:nvSpPr>
          <p:cNvPr id="34" name="Título 1">
            <a:extLst>
              <a:ext uri="{FF2B5EF4-FFF2-40B4-BE49-F238E27FC236}">
                <a16:creationId xmlns:a16="http://schemas.microsoft.com/office/drawing/2014/main" id="{5ED0DD08-1C44-CA67-5703-7400E9ECBC8E}"/>
              </a:ext>
            </a:extLst>
          </p:cNvPr>
          <p:cNvSpPr txBox="1">
            <a:spLocks/>
          </p:cNvSpPr>
          <p:nvPr/>
        </p:nvSpPr>
        <p:spPr>
          <a:xfrm>
            <a:off x="750328" y="790698"/>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CLUSTERING</a:t>
            </a:r>
          </a:p>
        </p:txBody>
      </p:sp>
      <p:cxnSp>
        <p:nvCxnSpPr>
          <p:cNvPr id="35" name="Conector recto 34">
            <a:extLst>
              <a:ext uri="{FF2B5EF4-FFF2-40B4-BE49-F238E27FC236}">
                <a16:creationId xmlns:a16="http://schemas.microsoft.com/office/drawing/2014/main" id="{B622A463-32E8-C5F1-86A5-84835F4F4663}"/>
              </a:ext>
            </a:extLst>
          </p:cNvPr>
          <p:cNvCxnSpPr>
            <a:cxnSpLocks/>
          </p:cNvCxnSpPr>
          <p:nvPr/>
        </p:nvCxnSpPr>
        <p:spPr>
          <a:xfrm>
            <a:off x="821410" y="1417812"/>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4" name="Imagen 3">
            <a:extLst>
              <a:ext uri="{FF2B5EF4-FFF2-40B4-BE49-F238E27FC236}">
                <a16:creationId xmlns:a16="http://schemas.microsoft.com/office/drawing/2014/main" id="{06B272B6-1385-3C77-18EB-00396668691D}"/>
              </a:ext>
            </a:extLst>
          </p:cNvPr>
          <p:cNvPicPr>
            <a:picLocks noChangeAspect="1"/>
          </p:cNvPicPr>
          <p:nvPr/>
        </p:nvPicPr>
        <p:blipFill rotWithShape="1">
          <a:blip r:embed="rId4"/>
          <a:srcRect l="3992"/>
          <a:stretch>
            <a:fillRect/>
          </a:stretch>
        </p:blipFill>
        <p:spPr bwMode="auto">
          <a:xfrm>
            <a:off x="873412" y="2189201"/>
            <a:ext cx="10916252" cy="2859685"/>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588477939"/>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8BB9D834-C7A9-F56A-B1F0-ED68DBE768F3}"/>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2E5CD905-0EE8-0890-B6FC-452A2590FB52}"/>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3120CDAF-67C9-CD78-D297-7E4EDB7FDFE4}"/>
              </a:ext>
            </a:extLst>
          </p:cNvPr>
          <p:cNvSpPr>
            <a:spLocks noGrp="1"/>
          </p:cNvSpPr>
          <p:nvPr>
            <p:ph type="sldNum" sz="quarter" idx="12"/>
          </p:nvPr>
        </p:nvSpPr>
        <p:spPr/>
        <p:txBody>
          <a:bodyPr/>
          <a:lstStyle/>
          <a:p>
            <a:pPr rtl="0"/>
            <a:fld id="{DD84031F-D6BF-4677-B12E-7D8B88BA70F7}" type="slidenum">
              <a:rPr lang="en-US" smtClean="0"/>
              <a:t>22</a:t>
            </a:fld>
            <a:endParaRPr lang="en-US"/>
          </a:p>
        </p:txBody>
      </p:sp>
      <p:pic>
        <p:nvPicPr>
          <p:cNvPr id="12" name="Imagen 11">
            <a:extLst>
              <a:ext uri="{FF2B5EF4-FFF2-40B4-BE49-F238E27FC236}">
                <a16:creationId xmlns:a16="http://schemas.microsoft.com/office/drawing/2014/main" id="{515D9248-EFA5-7F44-3FB6-4D782E52EB6E}"/>
              </a:ext>
            </a:extLst>
          </p:cNvPr>
          <p:cNvPicPr>
            <a:picLocks noChangeAspect="1"/>
          </p:cNvPicPr>
          <p:nvPr/>
        </p:nvPicPr>
        <p:blipFill>
          <a:blip r:embed="rId2"/>
          <a:stretch>
            <a:fillRect/>
          </a:stretch>
        </p:blipFill>
        <p:spPr>
          <a:xfrm>
            <a:off x="5751360" y="1263342"/>
            <a:ext cx="6017941" cy="4470218"/>
          </a:xfrm>
          <a:prstGeom prst="rect">
            <a:avLst/>
          </a:prstGeom>
        </p:spPr>
      </p:pic>
      <p:sp>
        <p:nvSpPr>
          <p:cNvPr id="13" name="CuadroTexto 12">
            <a:extLst>
              <a:ext uri="{FF2B5EF4-FFF2-40B4-BE49-F238E27FC236}">
                <a16:creationId xmlns:a16="http://schemas.microsoft.com/office/drawing/2014/main" id="{66699014-B5A0-8FF8-50BC-2E66B72057C4}"/>
              </a:ext>
            </a:extLst>
          </p:cNvPr>
          <p:cNvSpPr txBox="1"/>
          <p:nvPr/>
        </p:nvSpPr>
        <p:spPr>
          <a:xfrm>
            <a:off x="635431" y="1784042"/>
            <a:ext cx="4006312" cy="2308324"/>
          </a:xfrm>
          <a:prstGeom prst="rect">
            <a:avLst/>
          </a:prstGeom>
          <a:noFill/>
        </p:spPr>
        <p:txBody>
          <a:bodyPr wrap="square" rtlCol="0">
            <a:spAutoFit/>
          </a:bodyPr>
          <a:lstStyle/>
          <a:p>
            <a:pPr marL="285750" indent="-285750">
              <a:buFont typeface="Arial" panose="020B0604020202020204" pitchFamily="34" charset="0"/>
              <a:buChar char="•"/>
            </a:pPr>
            <a:r>
              <a:rPr lang="es-ES" dirty="0"/>
              <a:t>Inicialmente se entreno un </a:t>
            </a:r>
            <a:r>
              <a:rPr lang="es-ES" dirty="0" err="1"/>
              <a:t>autoencoder</a:t>
            </a:r>
            <a:r>
              <a:rPr lang="es-ES" dirty="0"/>
              <a:t> sin perdida de </a:t>
            </a:r>
            <a:r>
              <a:rPr lang="es-ES" dirty="0" err="1"/>
              <a:t>clustering</a:t>
            </a:r>
            <a:r>
              <a:rPr lang="es-ES" dirty="0"/>
              <a:t> que daba de manera natural 4-5 clústeres. </a:t>
            </a:r>
          </a:p>
          <a:p>
            <a:pPr marL="285750" indent="-285750">
              <a:buFont typeface="Arial" panose="020B0604020202020204" pitchFamily="34" charset="0"/>
              <a:buChar char="•"/>
            </a:pPr>
            <a:r>
              <a:rPr lang="es-ES" dirty="0"/>
              <a:t>El AE esta </a:t>
            </a:r>
            <a:r>
              <a:rPr lang="es-ES" dirty="0" err="1"/>
              <a:t>cesgado</a:t>
            </a:r>
            <a:r>
              <a:rPr lang="es-ES" dirty="0"/>
              <a:t> en su entrenamiento.</a:t>
            </a:r>
          </a:p>
          <a:p>
            <a:pPr marL="285750" indent="-285750">
              <a:buFont typeface="Arial" panose="020B0604020202020204" pitchFamily="34" charset="0"/>
              <a:buChar char="•"/>
            </a:pPr>
            <a:r>
              <a:rPr lang="es-ES" dirty="0"/>
              <a:t>Se busca equilibrio entre interpretabilidad y  </a:t>
            </a:r>
          </a:p>
        </p:txBody>
      </p:sp>
      <p:pic>
        <p:nvPicPr>
          <p:cNvPr id="14" name="Imagen 13">
            <a:extLst>
              <a:ext uri="{FF2B5EF4-FFF2-40B4-BE49-F238E27FC236}">
                <a16:creationId xmlns:a16="http://schemas.microsoft.com/office/drawing/2014/main" id="{17178C22-DFF3-1888-3286-ACF328E9BAED}"/>
              </a:ext>
            </a:extLst>
          </p:cNvPr>
          <p:cNvPicPr>
            <a:picLocks noChangeAspect="1"/>
          </p:cNvPicPr>
          <p:nvPr/>
        </p:nvPicPr>
        <p:blipFill>
          <a:blip r:embed="rId3"/>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E583AB1F-FFC0-CCDC-7C66-15062058BEBE}"/>
              </a:ext>
            </a:extLst>
          </p:cNvPr>
          <p:cNvSpPr>
            <a:spLocks noGrp="1"/>
          </p:cNvSpPr>
          <p:nvPr>
            <p:ph type="title"/>
          </p:nvPr>
        </p:nvSpPr>
        <p:spPr>
          <a:xfrm>
            <a:off x="688448" y="455398"/>
            <a:ext cx="6792069" cy="627114"/>
          </a:xfrm>
        </p:spPr>
        <p:txBody>
          <a:bodyPr anchor="b">
            <a:normAutofit/>
          </a:bodyPr>
          <a:lstStyle/>
          <a:p>
            <a:r>
              <a:rPr lang="es-ES" dirty="0"/>
              <a:t>MODELADO VI</a:t>
            </a:r>
          </a:p>
        </p:txBody>
      </p:sp>
      <p:sp>
        <p:nvSpPr>
          <p:cNvPr id="16" name="Título 1">
            <a:extLst>
              <a:ext uri="{FF2B5EF4-FFF2-40B4-BE49-F238E27FC236}">
                <a16:creationId xmlns:a16="http://schemas.microsoft.com/office/drawing/2014/main" id="{3C2A20BC-D319-05C2-415E-181B83775943}"/>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CLUSTERING</a:t>
            </a:r>
          </a:p>
        </p:txBody>
      </p:sp>
      <p:cxnSp>
        <p:nvCxnSpPr>
          <p:cNvPr id="17" name="Conector recto 16">
            <a:extLst>
              <a:ext uri="{FF2B5EF4-FFF2-40B4-BE49-F238E27FC236}">
                <a16:creationId xmlns:a16="http://schemas.microsoft.com/office/drawing/2014/main" id="{8B830D7F-DB11-C790-4349-ABAA99EC373E}"/>
              </a:ext>
            </a:extLst>
          </p:cNvPr>
          <p:cNvCxnSpPr>
            <a:cxnSpLocks/>
          </p:cNvCxnSpPr>
          <p:nvPr/>
        </p:nvCxnSpPr>
        <p:spPr>
          <a:xfrm>
            <a:off x="775028" y="1514377"/>
            <a:ext cx="3936457"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554870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85D59-CA0D-5016-1C8F-EFC503F85293}"/>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FA79323-C3F4-CE24-68B3-2C6EF1C50F3C}"/>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5B91C204-8A6C-72BB-B7C7-AA093DA1A9EC}"/>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B0B7CB09-291D-D452-EC85-8AC310BAC538}"/>
              </a:ext>
            </a:extLst>
          </p:cNvPr>
          <p:cNvSpPr>
            <a:spLocks noGrp="1"/>
          </p:cNvSpPr>
          <p:nvPr>
            <p:ph type="sldNum" sz="quarter" idx="12"/>
          </p:nvPr>
        </p:nvSpPr>
        <p:spPr/>
        <p:txBody>
          <a:bodyPr/>
          <a:lstStyle/>
          <a:p>
            <a:pPr rtl="0"/>
            <a:fld id="{DD84031F-D6BF-4677-B12E-7D8B88BA70F7}" type="slidenum">
              <a:rPr lang="en-US" smtClean="0"/>
              <a:t>23</a:t>
            </a:fld>
            <a:endParaRPr lang="en-US"/>
          </a:p>
        </p:txBody>
      </p:sp>
      <p:sp>
        <p:nvSpPr>
          <p:cNvPr id="13" name="CuadroTexto 12">
            <a:extLst>
              <a:ext uri="{FF2B5EF4-FFF2-40B4-BE49-F238E27FC236}">
                <a16:creationId xmlns:a16="http://schemas.microsoft.com/office/drawing/2014/main" id="{7F3277A3-7513-D52B-B8DB-6537A5D91760}"/>
              </a:ext>
            </a:extLst>
          </p:cNvPr>
          <p:cNvSpPr txBox="1"/>
          <p:nvPr/>
        </p:nvSpPr>
        <p:spPr>
          <a:xfrm>
            <a:off x="705173" y="1784042"/>
            <a:ext cx="4006312" cy="2862322"/>
          </a:xfrm>
          <a:prstGeom prst="rect">
            <a:avLst/>
          </a:prstGeom>
          <a:noFill/>
        </p:spPr>
        <p:txBody>
          <a:bodyPr wrap="square" rtlCol="0">
            <a:spAutoFit/>
          </a:bodyPr>
          <a:lstStyle/>
          <a:p>
            <a:pPr marL="285750" indent="-285750">
              <a:buFont typeface="Arial" panose="020B0604020202020204" pitchFamily="34" charset="0"/>
              <a:buChar char="•"/>
            </a:pPr>
            <a:r>
              <a:rPr lang="es-ES" dirty="0"/>
              <a:t>Inicialmente se entreno un </a:t>
            </a:r>
            <a:r>
              <a:rPr lang="es-ES" dirty="0" err="1"/>
              <a:t>autoencoder</a:t>
            </a:r>
            <a:r>
              <a:rPr lang="es-ES" dirty="0"/>
              <a:t> sin perdida de </a:t>
            </a:r>
            <a:r>
              <a:rPr lang="es-ES" dirty="0" err="1"/>
              <a:t>clustering</a:t>
            </a:r>
            <a:r>
              <a:rPr lang="es-ES" dirty="0"/>
              <a:t> que daba de manera natural 4-5 clústeres. </a:t>
            </a:r>
          </a:p>
          <a:p>
            <a:pPr marL="285750" indent="-285750">
              <a:buFont typeface="Arial" panose="020B0604020202020204" pitchFamily="34" charset="0"/>
              <a:buChar char="•"/>
            </a:pPr>
            <a:r>
              <a:rPr lang="es-ES" dirty="0"/>
              <a:t>Se busca equilibrio entre interpretabilidad y </a:t>
            </a:r>
          </a:p>
          <a:p>
            <a:pPr marL="285750" indent="-285750">
              <a:buFont typeface="Arial" panose="020B0604020202020204" pitchFamily="34" charset="0"/>
              <a:buChar char="•"/>
            </a:pPr>
            <a:r>
              <a:rPr lang="es-ES" dirty="0"/>
              <a:t>Se obtienen en total 11 modelos GMM, cada uno especializado en agrupar en cada ventana de tiempo concreta.</a:t>
            </a:r>
          </a:p>
        </p:txBody>
      </p:sp>
      <p:pic>
        <p:nvPicPr>
          <p:cNvPr id="14" name="Imagen 13">
            <a:extLst>
              <a:ext uri="{FF2B5EF4-FFF2-40B4-BE49-F238E27FC236}">
                <a16:creationId xmlns:a16="http://schemas.microsoft.com/office/drawing/2014/main" id="{72FD82AA-C968-FD91-242C-3BD273E904CC}"/>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9D21E161-7267-E4D9-0B6F-8382F66511CA}"/>
              </a:ext>
            </a:extLst>
          </p:cNvPr>
          <p:cNvSpPr>
            <a:spLocks noGrp="1"/>
          </p:cNvSpPr>
          <p:nvPr>
            <p:ph type="title"/>
          </p:nvPr>
        </p:nvSpPr>
        <p:spPr>
          <a:xfrm>
            <a:off x="688448" y="455398"/>
            <a:ext cx="6792069" cy="627114"/>
          </a:xfrm>
        </p:spPr>
        <p:txBody>
          <a:bodyPr anchor="b">
            <a:normAutofit/>
          </a:bodyPr>
          <a:lstStyle/>
          <a:p>
            <a:r>
              <a:rPr lang="es-ES" dirty="0"/>
              <a:t>MODELADO VII</a:t>
            </a:r>
          </a:p>
        </p:txBody>
      </p:sp>
      <p:sp>
        <p:nvSpPr>
          <p:cNvPr id="16" name="Título 1">
            <a:extLst>
              <a:ext uri="{FF2B5EF4-FFF2-40B4-BE49-F238E27FC236}">
                <a16:creationId xmlns:a16="http://schemas.microsoft.com/office/drawing/2014/main" id="{AB0D14AE-C446-F89F-5373-7D10D384A114}"/>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CLUSTERING</a:t>
            </a:r>
          </a:p>
        </p:txBody>
      </p:sp>
      <p:cxnSp>
        <p:nvCxnSpPr>
          <p:cNvPr id="17" name="Conector recto 16">
            <a:extLst>
              <a:ext uri="{FF2B5EF4-FFF2-40B4-BE49-F238E27FC236}">
                <a16:creationId xmlns:a16="http://schemas.microsoft.com/office/drawing/2014/main" id="{1FA8E4DF-4F15-DD24-D1F2-6DD022BE9396}"/>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12" name="Imagen 11">
            <a:extLst>
              <a:ext uri="{FF2B5EF4-FFF2-40B4-BE49-F238E27FC236}">
                <a16:creationId xmlns:a16="http://schemas.microsoft.com/office/drawing/2014/main" id="{F93D4C65-C3B1-C3A3-5335-4754496C3BE9}"/>
              </a:ext>
            </a:extLst>
          </p:cNvPr>
          <p:cNvPicPr>
            <a:picLocks noChangeAspect="1"/>
          </p:cNvPicPr>
          <p:nvPr/>
        </p:nvPicPr>
        <p:blipFill>
          <a:blip r:embed="rId3"/>
          <a:stretch>
            <a:fillRect/>
          </a:stretch>
        </p:blipFill>
        <p:spPr>
          <a:xfrm>
            <a:off x="5165921" y="1604076"/>
            <a:ext cx="6491541" cy="4822015"/>
          </a:xfrm>
          <a:prstGeom prst="rect">
            <a:avLst/>
          </a:prstGeom>
        </p:spPr>
      </p:pic>
    </p:spTree>
    <p:extLst>
      <p:ext uri="{BB962C8B-B14F-4D97-AF65-F5344CB8AC3E}">
        <p14:creationId xmlns:p14="http://schemas.microsoft.com/office/powerpoint/2010/main" val="17268129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64790-3C7D-FA36-3825-57A9DCE89FF9}"/>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88FBD097-E3DD-E06F-25FE-B11ACE382BA4}"/>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D112CD46-F6F9-2960-7F3A-FBFB13723C86}"/>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C53D0D7B-5423-02A4-C0DF-CC8412E16FE8}"/>
              </a:ext>
            </a:extLst>
          </p:cNvPr>
          <p:cNvSpPr>
            <a:spLocks noGrp="1"/>
          </p:cNvSpPr>
          <p:nvPr>
            <p:ph type="sldNum" sz="quarter" idx="12"/>
          </p:nvPr>
        </p:nvSpPr>
        <p:spPr/>
        <p:txBody>
          <a:bodyPr/>
          <a:lstStyle/>
          <a:p>
            <a:pPr rtl="0"/>
            <a:fld id="{DD84031F-D6BF-4677-B12E-7D8B88BA70F7}" type="slidenum">
              <a:rPr lang="en-US" smtClean="0"/>
              <a:t>24</a:t>
            </a:fld>
            <a:endParaRPr lang="en-US"/>
          </a:p>
        </p:txBody>
      </p:sp>
      <p:pic>
        <p:nvPicPr>
          <p:cNvPr id="14" name="Imagen 13">
            <a:extLst>
              <a:ext uri="{FF2B5EF4-FFF2-40B4-BE49-F238E27FC236}">
                <a16:creationId xmlns:a16="http://schemas.microsoft.com/office/drawing/2014/main" id="{CDC02D1A-8C51-4C3F-FBD6-770CB1AE58FC}"/>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6FB352FA-163B-EFB4-B0B0-0DDAE1B9CC40}"/>
              </a:ext>
            </a:extLst>
          </p:cNvPr>
          <p:cNvSpPr>
            <a:spLocks noGrp="1"/>
          </p:cNvSpPr>
          <p:nvPr>
            <p:ph type="title"/>
          </p:nvPr>
        </p:nvSpPr>
        <p:spPr>
          <a:xfrm>
            <a:off x="688448" y="455398"/>
            <a:ext cx="6792069" cy="627114"/>
          </a:xfrm>
        </p:spPr>
        <p:txBody>
          <a:bodyPr anchor="b">
            <a:normAutofit/>
          </a:bodyPr>
          <a:lstStyle/>
          <a:p>
            <a:r>
              <a:rPr lang="es-ES" dirty="0"/>
              <a:t>MODELADO VIII</a:t>
            </a:r>
          </a:p>
        </p:txBody>
      </p:sp>
      <p:sp>
        <p:nvSpPr>
          <p:cNvPr id="16" name="Título 1">
            <a:extLst>
              <a:ext uri="{FF2B5EF4-FFF2-40B4-BE49-F238E27FC236}">
                <a16:creationId xmlns:a16="http://schemas.microsoft.com/office/drawing/2014/main" id="{5F387EDC-58DE-25BC-6AAA-95FB9CD579A3}"/>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TRANSFORMER</a:t>
            </a:r>
          </a:p>
        </p:txBody>
      </p:sp>
      <p:cxnSp>
        <p:nvCxnSpPr>
          <p:cNvPr id="17" name="Conector recto 16">
            <a:extLst>
              <a:ext uri="{FF2B5EF4-FFF2-40B4-BE49-F238E27FC236}">
                <a16:creationId xmlns:a16="http://schemas.microsoft.com/office/drawing/2014/main" id="{D884408C-2ADA-94C9-1A38-182719504749}"/>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2" name="Imagen 1">
            <a:extLst>
              <a:ext uri="{FF2B5EF4-FFF2-40B4-BE49-F238E27FC236}">
                <a16:creationId xmlns:a16="http://schemas.microsoft.com/office/drawing/2014/main" id="{D41E29B1-3FA9-38E7-594B-32DE4048D5C9}"/>
              </a:ext>
            </a:extLst>
          </p:cNvPr>
          <p:cNvPicPr>
            <a:picLocks noChangeAspect="1"/>
          </p:cNvPicPr>
          <p:nvPr/>
        </p:nvPicPr>
        <p:blipFill>
          <a:blip r:embed="rId3"/>
          <a:stretch>
            <a:fillRect/>
          </a:stretch>
        </p:blipFill>
        <p:spPr>
          <a:xfrm>
            <a:off x="6281123" y="1709603"/>
            <a:ext cx="5392940" cy="1851247"/>
          </a:xfrm>
          <a:prstGeom prst="rect">
            <a:avLst/>
          </a:prstGeom>
        </p:spPr>
      </p:pic>
      <p:pic>
        <p:nvPicPr>
          <p:cNvPr id="5" name="Imagen 4">
            <a:extLst>
              <a:ext uri="{FF2B5EF4-FFF2-40B4-BE49-F238E27FC236}">
                <a16:creationId xmlns:a16="http://schemas.microsoft.com/office/drawing/2014/main" id="{D75E5E89-70C7-3CB1-8ABF-B765AA3F5093}"/>
              </a:ext>
            </a:extLst>
          </p:cNvPr>
          <p:cNvPicPr>
            <a:picLocks noChangeAspect="1"/>
          </p:cNvPicPr>
          <p:nvPr/>
        </p:nvPicPr>
        <p:blipFill>
          <a:blip r:embed="rId4"/>
          <a:stretch>
            <a:fillRect/>
          </a:stretch>
        </p:blipFill>
        <p:spPr>
          <a:xfrm>
            <a:off x="775028" y="1745247"/>
            <a:ext cx="5276856" cy="1815603"/>
          </a:xfrm>
          <a:prstGeom prst="rect">
            <a:avLst/>
          </a:prstGeom>
        </p:spPr>
      </p:pic>
      <p:pic>
        <p:nvPicPr>
          <p:cNvPr id="8" name="Imagen 7">
            <a:extLst>
              <a:ext uri="{FF2B5EF4-FFF2-40B4-BE49-F238E27FC236}">
                <a16:creationId xmlns:a16="http://schemas.microsoft.com/office/drawing/2014/main" id="{FB726465-2911-78FD-445C-4F15F6A3B321}"/>
              </a:ext>
            </a:extLst>
          </p:cNvPr>
          <p:cNvPicPr>
            <a:picLocks noChangeAspect="1"/>
          </p:cNvPicPr>
          <p:nvPr/>
        </p:nvPicPr>
        <p:blipFill>
          <a:blip r:embed="rId5"/>
          <a:stretch>
            <a:fillRect/>
          </a:stretch>
        </p:blipFill>
        <p:spPr>
          <a:xfrm>
            <a:off x="6281122" y="3764213"/>
            <a:ext cx="5403617" cy="1938754"/>
          </a:xfrm>
          <a:prstGeom prst="rect">
            <a:avLst/>
          </a:prstGeom>
        </p:spPr>
      </p:pic>
      <p:pic>
        <p:nvPicPr>
          <p:cNvPr id="9" name="Imagen 8">
            <a:extLst>
              <a:ext uri="{FF2B5EF4-FFF2-40B4-BE49-F238E27FC236}">
                <a16:creationId xmlns:a16="http://schemas.microsoft.com/office/drawing/2014/main" id="{7564DDA2-A994-EB75-545F-285E3B7AC6BD}"/>
              </a:ext>
            </a:extLst>
          </p:cNvPr>
          <p:cNvPicPr>
            <a:picLocks noChangeAspect="1"/>
          </p:cNvPicPr>
          <p:nvPr/>
        </p:nvPicPr>
        <p:blipFill>
          <a:blip r:embed="rId6"/>
          <a:stretch>
            <a:fillRect/>
          </a:stretch>
        </p:blipFill>
        <p:spPr>
          <a:xfrm>
            <a:off x="775029" y="3728040"/>
            <a:ext cx="5320972" cy="1974923"/>
          </a:xfrm>
          <a:prstGeom prst="rect">
            <a:avLst/>
          </a:prstGeom>
        </p:spPr>
      </p:pic>
    </p:spTree>
    <p:extLst>
      <p:ext uri="{BB962C8B-B14F-4D97-AF65-F5344CB8AC3E}">
        <p14:creationId xmlns:p14="http://schemas.microsoft.com/office/powerpoint/2010/main" val="32849739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941D4-F105-F844-9098-B24AC6CD0D98}"/>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57AABA41-E6D7-4F7A-9145-18A10EA87004}"/>
              </a:ext>
            </a:extLst>
          </p:cNvPr>
          <p:cNvSpPr>
            <a:spLocks noGrp="1"/>
          </p:cNvSpPr>
          <p:nvPr>
            <p:ph type="ftr" sz="quarter" idx="11"/>
          </p:nvPr>
        </p:nvSpPr>
        <p:spPr/>
        <p:txBody>
          <a:bodyPr/>
          <a:lstStyle/>
          <a:p>
            <a:pPr rtl="0"/>
            <a:r>
              <a:rPr lang="es-ES"/>
              <a:t>Texto de ejemplo para el pie de página</a:t>
            </a:r>
            <a:endParaRPr lang="es"/>
          </a:p>
        </p:txBody>
      </p:sp>
      <p:sp>
        <p:nvSpPr>
          <p:cNvPr id="5" name="Marcador de fecha 4">
            <a:extLst>
              <a:ext uri="{FF2B5EF4-FFF2-40B4-BE49-F238E27FC236}">
                <a16:creationId xmlns:a16="http://schemas.microsoft.com/office/drawing/2014/main" id="{88674387-6B01-4BC5-0846-1D278A248644}"/>
              </a:ext>
            </a:extLst>
          </p:cNvPr>
          <p:cNvSpPr>
            <a:spLocks noGrp="1"/>
          </p:cNvSpPr>
          <p:nvPr>
            <p:ph type="dt" sz="half" idx="10"/>
          </p:nvPr>
        </p:nvSpPr>
        <p:spPr/>
        <p:txBody>
          <a:bodyPr/>
          <a:lstStyle/>
          <a:p>
            <a:pPr rtl="0"/>
            <a:r>
              <a:rPr lang="es-ES"/>
              <a:t>4/8/2025</a:t>
            </a:r>
            <a:endParaRPr lang="en-US"/>
          </a:p>
        </p:txBody>
      </p:sp>
      <p:sp>
        <p:nvSpPr>
          <p:cNvPr id="6" name="Marcador de número de diapositiva 5">
            <a:extLst>
              <a:ext uri="{FF2B5EF4-FFF2-40B4-BE49-F238E27FC236}">
                <a16:creationId xmlns:a16="http://schemas.microsoft.com/office/drawing/2014/main" id="{82D9602A-D736-EE6D-A422-E4917C766A90}"/>
              </a:ext>
            </a:extLst>
          </p:cNvPr>
          <p:cNvSpPr>
            <a:spLocks noGrp="1"/>
          </p:cNvSpPr>
          <p:nvPr>
            <p:ph type="sldNum" sz="quarter" idx="12"/>
          </p:nvPr>
        </p:nvSpPr>
        <p:spPr/>
        <p:txBody>
          <a:bodyPr/>
          <a:lstStyle/>
          <a:p>
            <a:pPr rtl="0"/>
            <a:fld id="{DD84031F-D6BF-4677-B12E-7D8B88BA70F7}" type="slidenum">
              <a:rPr lang="en-US" smtClean="0"/>
              <a:t>25</a:t>
            </a:fld>
            <a:endParaRPr lang="en-US"/>
          </a:p>
        </p:txBody>
      </p:sp>
      <p:pic>
        <p:nvPicPr>
          <p:cNvPr id="9" name="Imagen 8">
            <a:extLst>
              <a:ext uri="{FF2B5EF4-FFF2-40B4-BE49-F238E27FC236}">
                <a16:creationId xmlns:a16="http://schemas.microsoft.com/office/drawing/2014/main" id="{8E001C57-DBEA-4C64-7599-3A16F9863907}"/>
              </a:ext>
            </a:extLst>
          </p:cNvPr>
          <p:cNvPicPr>
            <a:picLocks noChangeAspect="1"/>
          </p:cNvPicPr>
          <p:nvPr/>
        </p:nvPicPr>
        <p:blipFill>
          <a:blip r:embed="rId2"/>
          <a:stretch>
            <a:fillRect/>
          </a:stretch>
        </p:blipFill>
        <p:spPr>
          <a:xfrm>
            <a:off x="9918084" y="99023"/>
            <a:ext cx="1871580" cy="799949"/>
          </a:xfrm>
          <a:prstGeom prst="rect">
            <a:avLst/>
          </a:prstGeom>
        </p:spPr>
      </p:pic>
      <p:pic>
        <p:nvPicPr>
          <p:cNvPr id="12" name="Gráfico 11" descr="Inventario de búsqueda con relleno sólido">
            <a:extLst>
              <a:ext uri="{FF2B5EF4-FFF2-40B4-BE49-F238E27FC236}">
                <a16:creationId xmlns:a16="http://schemas.microsoft.com/office/drawing/2014/main" id="{B20FAC4D-EC96-9F63-CC0B-15A2E6EBB2E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129" y="2343371"/>
            <a:ext cx="1226585" cy="1226585"/>
          </a:xfrm>
          <a:prstGeom prst="rect">
            <a:avLst/>
          </a:prstGeom>
        </p:spPr>
      </p:pic>
      <p:sp>
        <p:nvSpPr>
          <p:cNvPr id="13" name="CuadroTexto 12">
            <a:extLst>
              <a:ext uri="{FF2B5EF4-FFF2-40B4-BE49-F238E27FC236}">
                <a16:creationId xmlns:a16="http://schemas.microsoft.com/office/drawing/2014/main" id="{A94F3220-91E0-B3CD-4403-3B68F2F8D0E1}"/>
              </a:ext>
            </a:extLst>
          </p:cNvPr>
          <p:cNvSpPr txBox="1"/>
          <p:nvPr/>
        </p:nvSpPr>
        <p:spPr>
          <a:xfrm>
            <a:off x="359808" y="3548085"/>
            <a:ext cx="2557220" cy="707886"/>
          </a:xfrm>
          <a:prstGeom prst="rect">
            <a:avLst/>
          </a:prstGeom>
          <a:noFill/>
        </p:spPr>
        <p:txBody>
          <a:bodyPr wrap="square" rtlCol="0">
            <a:spAutoFit/>
          </a:bodyPr>
          <a:lstStyle/>
          <a:p>
            <a:pPr algn="ctr"/>
            <a:r>
              <a:rPr lang="es-ES" sz="2000" dirty="0">
                <a:latin typeface="CMU Serif" panose="02000603000000000000" pitchFamily="2" charset="0"/>
                <a:ea typeface="CMU Serif" panose="02000603000000000000" pitchFamily="2" charset="0"/>
                <a:cs typeface="CMU Serif" panose="02000603000000000000" pitchFamily="2" charset="0"/>
              </a:rPr>
              <a:t>Comprensión del negocio</a:t>
            </a:r>
          </a:p>
        </p:txBody>
      </p:sp>
      <p:pic>
        <p:nvPicPr>
          <p:cNvPr id="14" name="Gráfico 13" descr="Gráfico de barras con relleno sólido">
            <a:extLst>
              <a:ext uri="{FF2B5EF4-FFF2-40B4-BE49-F238E27FC236}">
                <a16:creationId xmlns:a16="http://schemas.microsoft.com/office/drawing/2014/main" id="{7D50F2D4-AE75-004F-EBF1-4A6456CE6C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20373" y="2420680"/>
            <a:ext cx="1071968" cy="1071968"/>
          </a:xfrm>
          <a:prstGeom prst="rect">
            <a:avLst/>
          </a:prstGeom>
        </p:spPr>
      </p:pic>
      <p:sp>
        <p:nvSpPr>
          <p:cNvPr id="15" name="CuadroTexto 14">
            <a:extLst>
              <a:ext uri="{FF2B5EF4-FFF2-40B4-BE49-F238E27FC236}">
                <a16:creationId xmlns:a16="http://schemas.microsoft.com/office/drawing/2014/main" id="{4848A629-5472-2515-149E-103D10637D7C}"/>
              </a:ext>
            </a:extLst>
          </p:cNvPr>
          <p:cNvSpPr txBox="1"/>
          <p:nvPr/>
        </p:nvSpPr>
        <p:spPr>
          <a:xfrm>
            <a:off x="2917028" y="3519616"/>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Entender datos</a:t>
            </a:r>
          </a:p>
        </p:txBody>
      </p:sp>
      <p:pic>
        <p:nvPicPr>
          <p:cNvPr id="16" name="Gráfico 15" descr="Herramientas de minería con relleno sólido">
            <a:extLst>
              <a:ext uri="{FF2B5EF4-FFF2-40B4-BE49-F238E27FC236}">
                <a16:creationId xmlns:a16="http://schemas.microsoft.com/office/drawing/2014/main" id="{5919A6BD-DF43-BC3D-37D1-5EF2D7F9AB1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45970" y="2485644"/>
            <a:ext cx="914400" cy="914400"/>
          </a:xfrm>
          <a:prstGeom prst="rect">
            <a:avLst/>
          </a:prstGeom>
        </p:spPr>
      </p:pic>
      <p:sp>
        <p:nvSpPr>
          <p:cNvPr id="17" name="CuadroTexto 16">
            <a:extLst>
              <a:ext uri="{FF2B5EF4-FFF2-40B4-BE49-F238E27FC236}">
                <a16:creationId xmlns:a16="http://schemas.microsoft.com/office/drawing/2014/main" id="{3622791B-0EB0-4531-AD2E-6D5EEE94CF08}"/>
              </a:ext>
            </a:extLst>
          </p:cNvPr>
          <p:cNvSpPr txBox="1"/>
          <p:nvPr/>
        </p:nvSpPr>
        <p:spPr>
          <a:xfrm>
            <a:off x="4941300" y="3492648"/>
            <a:ext cx="1656917" cy="646331"/>
          </a:xfrm>
          <a:prstGeom prst="rect">
            <a:avLst/>
          </a:prstGeom>
          <a:noFill/>
        </p:spPr>
        <p:txBody>
          <a:bodyPr wrap="square" rtlCol="0">
            <a:spAutoFit/>
          </a:bodyPr>
          <a:lstStyle/>
          <a:p>
            <a:pPr algn="ctr"/>
            <a:r>
              <a:rPr lang="es-ES" dirty="0">
                <a:latin typeface="CMU Serif" panose="02000603000000000000" pitchFamily="2" charset="0"/>
                <a:ea typeface="CMU Serif" panose="02000603000000000000" pitchFamily="2" charset="0"/>
                <a:cs typeface="CMU Serif" panose="02000603000000000000" pitchFamily="2" charset="0"/>
              </a:rPr>
              <a:t>Preparación de datos</a:t>
            </a:r>
          </a:p>
        </p:txBody>
      </p:sp>
      <p:pic>
        <p:nvPicPr>
          <p:cNvPr id="18" name="Gráfico 17" descr="Portapapeles parcialmente comprobado con relleno sólido">
            <a:extLst>
              <a:ext uri="{FF2B5EF4-FFF2-40B4-BE49-F238E27FC236}">
                <a16:creationId xmlns:a16="http://schemas.microsoft.com/office/drawing/2014/main" id="{598EB6F9-1EA8-5079-1101-D69C531B1FB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58230" y="2441942"/>
            <a:ext cx="914400" cy="914400"/>
          </a:xfrm>
          <a:prstGeom prst="rect">
            <a:avLst/>
          </a:prstGeom>
        </p:spPr>
      </p:pic>
      <p:sp>
        <p:nvSpPr>
          <p:cNvPr id="19" name="CuadroTexto 18">
            <a:extLst>
              <a:ext uri="{FF2B5EF4-FFF2-40B4-BE49-F238E27FC236}">
                <a16:creationId xmlns:a16="http://schemas.microsoft.com/office/drawing/2014/main" id="{0FBB1593-D029-A155-053C-15E7F1E689CB}"/>
              </a:ext>
            </a:extLst>
          </p:cNvPr>
          <p:cNvSpPr txBox="1"/>
          <p:nvPr/>
        </p:nvSpPr>
        <p:spPr>
          <a:xfrm>
            <a:off x="7145072" y="3424586"/>
            <a:ext cx="1656917" cy="369332"/>
          </a:xfrm>
          <a:prstGeom prst="rect">
            <a:avLst/>
          </a:prstGeom>
          <a:noFill/>
        </p:spPr>
        <p:txBody>
          <a:bodyPr wrap="square" rtlCol="0">
            <a:spAutoFit/>
          </a:bodyPr>
          <a:lstStyle/>
          <a:p>
            <a:pPr algn="ctr"/>
            <a:r>
              <a:rPr lang="es-ES" b="1" dirty="0">
                <a:latin typeface="CMU Serif" panose="02000603000000000000" pitchFamily="2" charset="0"/>
                <a:ea typeface="CMU Serif" panose="02000603000000000000" pitchFamily="2" charset="0"/>
                <a:cs typeface="CMU Serif" panose="02000603000000000000" pitchFamily="2" charset="0"/>
              </a:rPr>
              <a:t>Modelado</a:t>
            </a:r>
          </a:p>
        </p:txBody>
      </p:sp>
      <p:sp>
        <p:nvSpPr>
          <p:cNvPr id="20" name="CuadroTexto 19">
            <a:extLst>
              <a:ext uri="{FF2B5EF4-FFF2-40B4-BE49-F238E27FC236}">
                <a16:creationId xmlns:a16="http://schemas.microsoft.com/office/drawing/2014/main" id="{10E8B656-4C9A-0B6B-8388-989B0FB1A46B}"/>
              </a:ext>
            </a:extLst>
          </p:cNvPr>
          <p:cNvSpPr txBox="1"/>
          <p:nvPr/>
        </p:nvSpPr>
        <p:spPr>
          <a:xfrm>
            <a:off x="9252842" y="3436416"/>
            <a:ext cx="1656917" cy="646331"/>
          </a:xfrm>
          <a:prstGeom prst="rect">
            <a:avLst/>
          </a:prstGeom>
          <a:noFill/>
        </p:spPr>
        <p:txBody>
          <a:bodyPr wrap="square" rtlCol="0">
            <a:spAutoFit/>
          </a:bodyPr>
          <a:lstStyle/>
          <a:p>
            <a:pPr algn="ctr"/>
            <a:r>
              <a:rPr lang="es-ES" b="1" dirty="0">
                <a:solidFill>
                  <a:srgbClr val="FF6600"/>
                </a:solidFill>
                <a:latin typeface="CMU Serif" panose="02000603000000000000" pitchFamily="2" charset="0"/>
                <a:ea typeface="CMU Serif" panose="02000603000000000000" pitchFamily="2" charset="0"/>
                <a:cs typeface="CMU Serif" panose="02000603000000000000" pitchFamily="2" charset="0"/>
              </a:rPr>
              <a:t>Evaluación y XAI</a:t>
            </a:r>
          </a:p>
        </p:txBody>
      </p:sp>
      <p:pic>
        <p:nvPicPr>
          <p:cNvPr id="21" name="Gráfico 20" descr="Robot con relleno sólido">
            <a:extLst>
              <a:ext uri="{FF2B5EF4-FFF2-40B4-BE49-F238E27FC236}">
                <a16:creationId xmlns:a16="http://schemas.microsoft.com/office/drawing/2014/main" id="{2B9E69C9-E6E7-0C70-160E-B928894F899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16331" y="2485644"/>
            <a:ext cx="914400" cy="914400"/>
          </a:xfrm>
          <a:prstGeom prst="rect">
            <a:avLst/>
          </a:prstGeom>
        </p:spPr>
      </p:pic>
    </p:spTree>
    <p:extLst>
      <p:ext uri="{BB962C8B-B14F-4D97-AF65-F5344CB8AC3E}">
        <p14:creationId xmlns:p14="http://schemas.microsoft.com/office/powerpoint/2010/main" val="20640001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AE302-F539-8D13-9887-2E618A5B7C58}"/>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CB92EAFF-F938-0FAF-C8B5-C3B4E391782A}"/>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F0EDEB57-3FA1-00F8-0878-CC7E233D58C1}"/>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8E838D4B-2922-60E0-0F29-76CF4876D50E}"/>
              </a:ext>
            </a:extLst>
          </p:cNvPr>
          <p:cNvSpPr>
            <a:spLocks noGrp="1"/>
          </p:cNvSpPr>
          <p:nvPr>
            <p:ph type="sldNum" sz="quarter" idx="12"/>
          </p:nvPr>
        </p:nvSpPr>
        <p:spPr/>
        <p:txBody>
          <a:bodyPr/>
          <a:lstStyle/>
          <a:p>
            <a:pPr rtl="0"/>
            <a:fld id="{DD84031F-D6BF-4677-B12E-7D8B88BA70F7}" type="slidenum">
              <a:rPr lang="en-US" smtClean="0"/>
              <a:t>26</a:t>
            </a:fld>
            <a:endParaRPr lang="en-US"/>
          </a:p>
        </p:txBody>
      </p:sp>
      <p:pic>
        <p:nvPicPr>
          <p:cNvPr id="14" name="Imagen 13">
            <a:extLst>
              <a:ext uri="{FF2B5EF4-FFF2-40B4-BE49-F238E27FC236}">
                <a16:creationId xmlns:a16="http://schemas.microsoft.com/office/drawing/2014/main" id="{20189895-2F26-9218-1971-F70E77430394}"/>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79DB4EBB-A503-E16E-A409-9409EA20B0BA}"/>
              </a:ext>
            </a:extLst>
          </p:cNvPr>
          <p:cNvSpPr>
            <a:spLocks noGrp="1"/>
          </p:cNvSpPr>
          <p:nvPr>
            <p:ph type="title"/>
          </p:nvPr>
        </p:nvSpPr>
        <p:spPr>
          <a:xfrm>
            <a:off x="688448" y="455398"/>
            <a:ext cx="6792069" cy="627114"/>
          </a:xfrm>
        </p:spPr>
        <p:txBody>
          <a:bodyPr anchor="b">
            <a:normAutofit/>
          </a:bodyPr>
          <a:lstStyle/>
          <a:p>
            <a:r>
              <a:rPr lang="es-ES" dirty="0"/>
              <a:t>RESULTADOS I</a:t>
            </a:r>
          </a:p>
        </p:txBody>
      </p:sp>
      <p:sp>
        <p:nvSpPr>
          <p:cNvPr id="16" name="Título 1">
            <a:extLst>
              <a:ext uri="{FF2B5EF4-FFF2-40B4-BE49-F238E27FC236}">
                <a16:creationId xmlns:a16="http://schemas.microsoft.com/office/drawing/2014/main" id="{4AF0C594-C333-3AB3-C91F-344F2DB968E5}"/>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err="1">
                <a:solidFill>
                  <a:srgbClr val="FF6600"/>
                </a:solidFill>
              </a:rPr>
              <a:t>AUTOENCoDER</a:t>
            </a:r>
            <a:endParaRPr lang="es-ES" sz="2400" dirty="0">
              <a:solidFill>
                <a:srgbClr val="FF6600"/>
              </a:solidFill>
            </a:endParaRPr>
          </a:p>
        </p:txBody>
      </p:sp>
      <p:cxnSp>
        <p:nvCxnSpPr>
          <p:cNvPr id="17" name="Conector recto 16">
            <a:extLst>
              <a:ext uri="{FF2B5EF4-FFF2-40B4-BE49-F238E27FC236}">
                <a16:creationId xmlns:a16="http://schemas.microsoft.com/office/drawing/2014/main" id="{BA89835E-1891-F698-B41D-B890D6E14F15}"/>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3" name="Imagen 2">
            <a:extLst>
              <a:ext uri="{FF2B5EF4-FFF2-40B4-BE49-F238E27FC236}">
                <a16:creationId xmlns:a16="http://schemas.microsoft.com/office/drawing/2014/main" id="{3728D5C6-4728-A670-B0F4-2B7E20FC3689}"/>
              </a:ext>
            </a:extLst>
          </p:cNvPr>
          <p:cNvPicPr>
            <a:picLocks noChangeAspect="1"/>
          </p:cNvPicPr>
          <p:nvPr/>
        </p:nvPicPr>
        <p:blipFill>
          <a:blip r:embed="rId3"/>
          <a:stretch>
            <a:fillRect/>
          </a:stretch>
        </p:blipFill>
        <p:spPr>
          <a:xfrm>
            <a:off x="5930801" y="1537588"/>
            <a:ext cx="5766789" cy="4433427"/>
          </a:xfrm>
          <a:prstGeom prst="rect">
            <a:avLst/>
          </a:prstGeom>
        </p:spPr>
      </p:pic>
    </p:spTree>
    <p:extLst>
      <p:ext uri="{BB962C8B-B14F-4D97-AF65-F5344CB8AC3E}">
        <p14:creationId xmlns:p14="http://schemas.microsoft.com/office/powerpoint/2010/main" val="22702055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D6AB2-0920-ABA8-8AB5-BEAB3707FA3A}"/>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DCD7B8DF-B997-C664-9B8A-6433E9FAC6E1}"/>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F8FB3500-7EFE-EB5C-B876-4F196F17CC63}"/>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9D26E622-03A3-F4E9-8622-EAAE8220DD0F}"/>
              </a:ext>
            </a:extLst>
          </p:cNvPr>
          <p:cNvSpPr>
            <a:spLocks noGrp="1"/>
          </p:cNvSpPr>
          <p:nvPr>
            <p:ph type="sldNum" sz="quarter" idx="12"/>
          </p:nvPr>
        </p:nvSpPr>
        <p:spPr/>
        <p:txBody>
          <a:bodyPr/>
          <a:lstStyle/>
          <a:p>
            <a:pPr rtl="0"/>
            <a:fld id="{DD84031F-D6BF-4677-B12E-7D8B88BA70F7}" type="slidenum">
              <a:rPr lang="en-US" smtClean="0"/>
              <a:t>27</a:t>
            </a:fld>
            <a:endParaRPr lang="en-US"/>
          </a:p>
        </p:txBody>
      </p:sp>
      <p:pic>
        <p:nvPicPr>
          <p:cNvPr id="14" name="Imagen 13">
            <a:extLst>
              <a:ext uri="{FF2B5EF4-FFF2-40B4-BE49-F238E27FC236}">
                <a16:creationId xmlns:a16="http://schemas.microsoft.com/office/drawing/2014/main" id="{80F3A36B-D3CA-9498-C6D7-C0EEF0579C5F}"/>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0CFA0DA2-68A4-B75C-26CB-6A23A4F9B86B}"/>
              </a:ext>
            </a:extLst>
          </p:cNvPr>
          <p:cNvSpPr>
            <a:spLocks noGrp="1"/>
          </p:cNvSpPr>
          <p:nvPr>
            <p:ph type="title"/>
          </p:nvPr>
        </p:nvSpPr>
        <p:spPr>
          <a:xfrm>
            <a:off x="688448" y="455398"/>
            <a:ext cx="6792069" cy="627114"/>
          </a:xfrm>
        </p:spPr>
        <p:txBody>
          <a:bodyPr anchor="b">
            <a:normAutofit/>
          </a:bodyPr>
          <a:lstStyle/>
          <a:p>
            <a:r>
              <a:rPr lang="es-ES" dirty="0"/>
              <a:t>RESULTADOS I</a:t>
            </a:r>
          </a:p>
        </p:txBody>
      </p:sp>
      <p:sp>
        <p:nvSpPr>
          <p:cNvPr id="16" name="Título 1">
            <a:extLst>
              <a:ext uri="{FF2B5EF4-FFF2-40B4-BE49-F238E27FC236}">
                <a16:creationId xmlns:a16="http://schemas.microsoft.com/office/drawing/2014/main" id="{C25B6EDB-FD4A-AD5D-7191-A9232797C093}"/>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a:solidFill>
                  <a:srgbClr val="FF6600"/>
                </a:solidFill>
              </a:rPr>
              <a:t>AGRUPAMIENTO</a:t>
            </a:r>
          </a:p>
        </p:txBody>
      </p:sp>
      <p:cxnSp>
        <p:nvCxnSpPr>
          <p:cNvPr id="17" name="Conector recto 16">
            <a:extLst>
              <a:ext uri="{FF2B5EF4-FFF2-40B4-BE49-F238E27FC236}">
                <a16:creationId xmlns:a16="http://schemas.microsoft.com/office/drawing/2014/main" id="{4648B107-BBBE-7DA4-6F18-A6676FBD418A}"/>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2" name="Imagen 1">
            <a:extLst>
              <a:ext uri="{FF2B5EF4-FFF2-40B4-BE49-F238E27FC236}">
                <a16:creationId xmlns:a16="http://schemas.microsoft.com/office/drawing/2014/main" id="{D027C09C-13C1-6763-75DD-CA2F9CE03D54}"/>
              </a:ext>
            </a:extLst>
          </p:cNvPr>
          <p:cNvPicPr>
            <a:picLocks noChangeAspect="1"/>
          </p:cNvPicPr>
          <p:nvPr/>
        </p:nvPicPr>
        <p:blipFill>
          <a:blip r:embed="rId3"/>
          <a:stretch>
            <a:fillRect/>
          </a:stretch>
        </p:blipFill>
        <p:spPr>
          <a:xfrm>
            <a:off x="688448" y="1916944"/>
            <a:ext cx="5457643" cy="4053790"/>
          </a:xfrm>
          <a:prstGeom prst="rect">
            <a:avLst/>
          </a:prstGeom>
        </p:spPr>
      </p:pic>
      <p:pic>
        <p:nvPicPr>
          <p:cNvPr id="5" name="Imagen 4">
            <a:extLst>
              <a:ext uri="{FF2B5EF4-FFF2-40B4-BE49-F238E27FC236}">
                <a16:creationId xmlns:a16="http://schemas.microsoft.com/office/drawing/2014/main" id="{656F2B17-44F4-6408-CDDF-1FE8A35EC4E8}"/>
              </a:ext>
            </a:extLst>
          </p:cNvPr>
          <p:cNvPicPr>
            <a:picLocks noChangeAspect="1"/>
          </p:cNvPicPr>
          <p:nvPr/>
        </p:nvPicPr>
        <p:blipFill>
          <a:blip r:embed="rId4"/>
          <a:stretch>
            <a:fillRect/>
          </a:stretch>
        </p:blipFill>
        <p:spPr>
          <a:xfrm>
            <a:off x="6377399" y="1916944"/>
            <a:ext cx="5391902" cy="4053786"/>
          </a:xfrm>
          <a:prstGeom prst="rect">
            <a:avLst/>
          </a:prstGeom>
        </p:spPr>
      </p:pic>
    </p:spTree>
    <p:extLst>
      <p:ext uri="{BB962C8B-B14F-4D97-AF65-F5344CB8AC3E}">
        <p14:creationId xmlns:p14="http://schemas.microsoft.com/office/powerpoint/2010/main" val="16240481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4A335-8334-8811-B6B9-059FE1F4F764}"/>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8AF8BF0B-477D-A91D-DCE1-8DEA315D5BDA}"/>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6BCF473F-E1DB-5945-3936-55FBE51211F0}"/>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19901163-E121-4370-FFBA-FF84B5721B5B}"/>
              </a:ext>
            </a:extLst>
          </p:cNvPr>
          <p:cNvSpPr>
            <a:spLocks noGrp="1"/>
          </p:cNvSpPr>
          <p:nvPr>
            <p:ph type="sldNum" sz="quarter" idx="12"/>
          </p:nvPr>
        </p:nvSpPr>
        <p:spPr/>
        <p:txBody>
          <a:bodyPr/>
          <a:lstStyle/>
          <a:p>
            <a:pPr rtl="0"/>
            <a:fld id="{DD84031F-D6BF-4677-B12E-7D8B88BA70F7}" type="slidenum">
              <a:rPr lang="en-US" smtClean="0"/>
              <a:t>28</a:t>
            </a:fld>
            <a:endParaRPr lang="en-US"/>
          </a:p>
        </p:txBody>
      </p:sp>
      <p:pic>
        <p:nvPicPr>
          <p:cNvPr id="14" name="Imagen 13">
            <a:extLst>
              <a:ext uri="{FF2B5EF4-FFF2-40B4-BE49-F238E27FC236}">
                <a16:creationId xmlns:a16="http://schemas.microsoft.com/office/drawing/2014/main" id="{BBA98E3E-A127-5294-98ED-B17DA3F354E2}"/>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3A253FAD-681E-86DB-1EEF-D69CF85A91BD}"/>
              </a:ext>
            </a:extLst>
          </p:cNvPr>
          <p:cNvSpPr>
            <a:spLocks noGrp="1"/>
          </p:cNvSpPr>
          <p:nvPr>
            <p:ph type="title"/>
          </p:nvPr>
        </p:nvSpPr>
        <p:spPr>
          <a:xfrm>
            <a:off x="688448" y="455398"/>
            <a:ext cx="6792069" cy="627114"/>
          </a:xfrm>
        </p:spPr>
        <p:txBody>
          <a:bodyPr anchor="b">
            <a:normAutofit/>
          </a:bodyPr>
          <a:lstStyle/>
          <a:p>
            <a:r>
              <a:rPr lang="es-ES" dirty="0"/>
              <a:t>RESULTADOS I</a:t>
            </a:r>
          </a:p>
        </p:txBody>
      </p:sp>
      <p:sp>
        <p:nvSpPr>
          <p:cNvPr id="16" name="Título 1">
            <a:extLst>
              <a:ext uri="{FF2B5EF4-FFF2-40B4-BE49-F238E27FC236}">
                <a16:creationId xmlns:a16="http://schemas.microsoft.com/office/drawing/2014/main" id="{BD136A12-360B-1236-FC95-CAFB9B237DBF}"/>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err="1">
                <a:solidFill>
                  <a:srgbClr val="FF6600"/>
                </a:solidFill>
              </a:rPr>
              <a:t>AUTOENCoDER</a:t>
            </a:r>
            <a:endParaRPr lang="es-ES" sz="2400" dirty="0">
              <a:solidFill>
                <a:srgbClr val="FF6600"/>
              </a:solidFill>
            </a:endParaRPr>
          </a:p>
        </p:txBody>
      </p:sp>
      <p:cxnSp>
        <p:nvCxnSpPr>
          <p:cNvPr id="17" name="Conector recto 16">
            <a:extLst>
              <a:ext uri="{FF2B5EF4-FFF2-40B4-BE49-F238E27FC236}">
                <a16:creationId xmlns:a16="http://schemas.microsoft.com/office/drawing/2014/main" id="{C279EE5D-FAAF-7493-6718-C5871F022551}"/>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3" name="Imagen 2">
            <a:extLst>
              <a:ext uri="{FF2B5EF4-FFF2-40B4-BE49-F238E27FC236}">
                <a16:creationId xmlns:a16="http://schemas.microsoft.com/office/drawing/2014/main" id="{DAC68531-CE1F-A335-6ABF-0B5EF275D111}"/>
              </a:ext>
            </a:extLst>
          </p:cNvPr>
          <p:cNvPicPr>
            <a:picLocks noChangeAspect="1"/>
          </p:cNvPicPr>
          <p:nvPr/>
        </p:nvPicPr>
        <p:blipFill>
          <a:blip r:embed="rId3"/>
          <a:stretch>
            <a:fillRect/>
          </a:stretch>
        </p:blipFill>
        <p:spPr>
          <a:xfrm>
            <a:off x="775027" y="1874110"/>
            <a:ext cx="5393927" cy="4120111"/>
          </a:xfrm>
          <a:prstGeom prst="rect">
            <a:avLst/>
          </a:prstGeom>
        </p:spPr>
      </p:pic>
      <p:pic>
        <p:nvPicPr>
          <p:cNvPr id="9" name="Imagen 8">
            <a:extLst>
              <a:ext uri="{FF2B5EF4-FFF2-40B4-BE49-F238E27FC236}">
                <a16:creationId xmlns:a16="http://schemas.microsoft.com/office/drawing/2014/main" id="{FF8874BF-FFE5-9D6F-44FE-091F50E88485}"/>
              </a:ext>
            </a:extLst>
          </p:cNvPr>
          <p:cNvPicPr>
            <a:picLocks noChangeAspect="1"/>
          </p:cNvPicPr>
          <p:nvPr/>
        </p:nvPicPr>
        <p:blipFill>
          <a:blip r:embed="rId4"/>
          <a:stretch>
            <a:fillRect/>
          </a:stretch>
        </p:blipFill>
        <p:spPr>
          <a:xfrm>
            <a:off x="6346556" y="1896660"/>
            <a:ext cx="5393927" cy="4129633"/>
          </a:xfrm>
          <a:prstGeom prst="rect">
            <a:avLst/>
          </a:prstGeom>
        </p:spPr>
      </p:pic>
    </p:spTree>
    <p:extLst>
      <p:ext uri="{BB962C8B-B14F-4D97-AF65-F5344CB8AC3E}">
        <p14:creationId xmlns:p14="http://schemas.microsoft.com/office/powerpoint/2010/main" val="4221376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A48F6-CF08-E684-7F8B-670AC452CB5C}"/>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C4B640FE-2815-3584-7E7A-33AFA45843F2}"/>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6B819928-DD29-6980-1CCF-6EC7AEF59BA9}"/>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7093D989-421A-3210-F404-1BEB56E4914D}"/>
              </a:ext>
            </a:extLst>
          </p:cNvPr>
          <p:cNvSpPr>
            <a:spLocks noGrp="1"/>
          </p:cNvSpPr>
          <p:nvPr>
            <p:ph type="sldNum" sz="quarter" idx="12"/>
          </p:nvPr>
        </p:nvSpPr>
        <p:spPr/>
        <p:txBody>
          <a:bodyPr/>
          <a:lstStyle/>
          <a:p>
            <a:pPr rtl="0"/>
            <a:fld id="{DD84031F-D6BF-4677-B12E-7D8B88BA70F7}" type="slidenum">
              <a:rPr lang="en-US" smtClean="0"/>
              <a:t>29</a:t>
            </a:fld>
            <a:endParaRPr lang="en-US"/>
          </a:p>
        </p:txBody>
      </p:sp>
      <p:pic>
        <p:nvPicPr>
          <p:cNvPr id="14" name="Imagen 13">
            <a:extLst>
              <a:ext uri="{FF2B5EF4-FFF2-40B4-BE49-F238E27FC236}">
                <a16:creationId xmlns:a16="http://schemas.microsoft.com/office/drawing/2014/main" id="{D2D25AF8-8632-8DEF-CA5C-A1215B9D8EA6}"/>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054857E0-89F0-7E8C-E31F-13C50F7A627D}"/>
              </a:ext>
            </a:extLst>
          </p:cNvPr>
          <p:cNvSpPr>
            <a:spLocks noGrp="1"/>
          </p:cNvSpPr>
          <p:nvPr>
            <p:ph type="title"/>
          </p:nvPr>
        </p:nvSpPr>
        <p:spPr>
          <a:xfrm>
            <a:off x="688448" y="455398"/>
            <a:ext cx="6792069" cy="627114"/>
          </a:xfrm>
        </p:spPr>
        <p:txBody>
          <a:bodyPr anchor="b">
            <a:normAutofit/>
          </a:bodyPr>
          <a:lstStyle/>
          <a:p>
            <a:r>
              <a:rPr lang="es-ES" dirty="0"/>
              <a:t>XAI (IA Explicable)</a:t>
            </a:r>
          </a:p>
        </p:txBody>
      </p:sp>
      <p:sp>
        <p:nvSpPr>
          <p:cNvPr id="16" name="Título 1">
            <a:extLst>
              <a:ext uri="{FF2B5EF4-FFF2-40B4-BE49-F238E27FC236}">
                <a16:creationId xmlns:a16="http://schemas.microsoft.com/office/drawing/2014/main" id="{E95ADACD-8045-7212-FA68-C152E9A9B026}"/>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err="1">
                <a:solidFill>
                  <a:srgbClr val="FF6600"/>
                </a:solidFill>
              </a:rPr>
              <a:t>AUTOENCoDER</a:t>
            </a:r>
            <a:endParaRPr lang="es-ES" sz="2400" dirty="0">
              <a:solidFill>
                <a:srgbClr val="FF6600"/>
              </a:solidFill>
            </a:endParaRPr>
          </a:p>
        </p:txBody>
      </p:sp>
      <p:cxnSp>
        <p:nvCxnSpPr>
          <p:cNvPr id="17" name="Conector recto 16">
            <a:extLst>
              <a:ext uri="{FF2B5EF4-FFF2-40B4-BE49-F238E27FC236}">
                <a16:creationId xmlns:a16="http://schemas.microsoft.com/office/drawing/2014/main" id="{D5BB2F4B-F5DD-C50B-8C16-ADEA4C6EBE1F}"/>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2" name="Imagen 1">
            <a:extLst>
              <a:ext uri="{FF2B5EF4-FFF2-40B4-BE49-F238E27FC236}">
                <a16:creationId xmlns:a16="http://schemas.microsoft.com/office/drawing/2014/main" id="{14C91374-8DF9-4EB6-BE39-0569DD7AFEA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5028" y="1727731"/>
            <a:ext cx="5564440" cy="4674871"/>
          </a:xfrm>
          <a:prstGeom prst="rect">
            <a:avLst/>
          </a:prstGeom>
          <a:noFill/>
          <a:ln>
            <a:noFill/>
          </a:ln>
        </p:spPr>
      </p:pic>
      <p:graphicFrame>
        <p:nvGraphicFramePr>
          <p:cNvPr id="5" name="Tabla 4">
            <a:extLst>
              <a:ext uri="{FF2B5EF4-FFF2-40B4-BE49-F238E27FC236}">
                <a16:creationId xmlns:a16="http://schemas.microsoft.com/office/drawing/2014/main" id="{A287189F-B74F-D7DC-67C1-D3E62AAA1F5D}"/>
              </a:ext>
            </a:extLst>
          </p:cNvPr>
          <p:cNvGraphicFramePr>
            <a:graphicFrameLocks noGrp="1"/>
          </p:cNvGraphicFramePr>
          <p:nvPr>
            <p:extLst>
              <p:ext uri="{D42A27DB-BD31-4B8C-83A1-F6EECF244321}">
                <p14:modId xmlns:p14="http://schemas.microsoft.com/office/powerpoint/2010/main" val="3711621594"/>
              </p:ext>
            </p:extLst>
          </p:nvPr>
        </p:nvGraphicFramePr>
        <p:xfrm>
          <a:off x="6590765" y="1727731"/>
          <a:ext cx="5396983" cy="4526280"/>
        </p:xfrm>
        <a:graphic>
          <a:graphicData uri="http://schemas.openxmlformats.org/drawingml/2006/table">
            <a:tbl>
              <a:tblPr firstRow="1" firstCol="1" bandRow="1">
                <a:tableStyleId>{5C22544A-7EE6-4342-B048-85BDC9FD1C3A}</a:tableStyleId>
              </a:tblPr>
              <a:tblGrid>
                <a:gridCol w="1646327">
                  <a:extLst>
                    <a:ext uri="{9D8B030D-6E8A-4147-A177-3AD203B41FA5}">
                      <a16:colId xmlns:a16="http://schemas.microsoft.com/office/drawing/2014/main" val="2671347421"/>
                    </a:ext>
                  </a:extLst>
                </a:gridCol>
                <a:gridCol w="3750656">
                  <a:extLst>
                    <a:ext uri="{9D8B030D-6E8A-4147-A177-3AD203B41FA5}">
                      <a16:colId xmlns:a16="http://schemas.microsoft.com/office/drawing/2014/main" val="1359485639"/>
                    </a:ext>
                  </a:extLst>
                </a:gridCol>
              </a:tblGrid>
              <a:tr h="245092">
                <a:tc>
                  <a:txBody>
                    <a:bodyPr/>
                    <a:lstStyle/>
                    <a:p>
                      <a:pPr algn="just">
                        <a:lnSpc>
                          <a:spcPct val="150000"/>
                        </a:lnSpc>
                        <a:spcAft>
                          <a:spcPts val="1000"/>
                        </a:spcAft>
                        <a:buNone/>
                      </a:pPr>
                      <a:r>
                        <a:rPr lang="es-ES" sz="1200">
                          <a:effectLst/>
                        </a:rPr>
                        <a:t>Clúster</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algn="just">
                        <a:lnSpc>
                          <a:spcPct val="150000"/>
                        </a:lnSpc>
                        <a:spcAft>
                          <a:spcPts val="1000"/>
                        </a:spcAft>
                        <a:buNone/>
                      </a:pPr>
                      <a:r>
                        <a:rPr lang="es-ES" sz="1200" dirty="0">
                          <a:effectLst/>
                        </a:rPr>
                        <a:t>Acciones</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3496142139"/>
                  </a:ext>
                </a:extLst>
              </a:tr>
              <a:tr h="779839">
                <a:tc>
                  <a:txBody>
                    <a:bodyPr/>
                    <a:lstStyle/>
                    <a:p>
                      <a:pPr algn="just">
                        <a:lnSpc>
                          <a:spcPct val="150000"/>
                        </a:lnSpc>
                        <a:spcAft>
                          <a:spcPts val="1000"/>
                        </a:spcAft>
                        <a:buNone/>
                      </a:pPr>
                      <a:r>
                        <a:rPr lang="es-ES" sz="1200">
                          <a:effectLst/>
                        </a:rPr>
                        <a:t>Riesgo crítico (inactivos)</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200" dirty="0">
                          <a:effectLst/>
                        </a:rPr>
                        <a:t>Mensajes personalizados de reenganche</a:t>
                      </a:r>
                    </a:p>
                    <a:p>
                      <a:pPr marL="342900" lvl="0" indent="-342900" algn="just">
                        <a:lnSpc>
                          <a:spcPct val="150000"/>
                        </a:lnSpc>
                        <a:buFont typeface="Wingdings" panose="05000000000000000000" pitchFamily="2" charset="2"/>
                        <a:buChar char=""/>
                      </a:pPr>
                      <a:r>
                        <a:rPr lang="es-ES" sz="1200" dirty="0">
                          <a:effectLst/>
                        </a:rPr>
                        <a:t>Alertas tempranas por inactividad</a:t>
                      </a:r>
                    </a:p>
                    <a:p>
                      <a:pPr marL="342900" lvl="0" indent="-342900" algn="just">
                        <a:lnSpc>
                          <a:spcPct val="150000"/>
                        </a:lnSpc>
                        <a:spcAft>
                          <a:spcPts val="1000"/>
                        </a:spcAft>
                        <a:buFont typeface="Wingdings" panose="05000000000000000000" pitchFamily="2" charset="2"/>
                        <a:buChar char=""/>
                      </a:pPr>
                      <a:r>
                        <a:rPr lang="es-ES" sz="1200" dirty="0">
                          <a:effectLst/>
                        </a:rPr>
                        <a:t>Tutorías breves de seguimiento</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3907935041"/>
                  </a:ext>
                </a:extLst>
              </a:tr>
              <a:tr h="779839">
                <a:tc>
                  <a:txBody>
                    <a:bodyPr/>
                    <a:lstStyle/>
                    <a:p>
                      <a:pPr algn="just">
                        <a:lnSpc>
                          <a:spcPct val="150000"/>
                        </a:lnSpc>
                        <a:spcAft>
                          <a:spcPts val="1000"/>
                        </a:spcAft>
                        <a:buNone/>
                      </a:pPr>
                      <a:r>
                        <a:rPr lang="es-ES" sz="1200" dirty="0">
                          <a:effectLst/>
                        </a:rPr>
                        <a:t>Perfil intermedio A</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200" dirty="0">
                          <a:effectLst/>
                        </a:rPr>
                        <a:t>Secuencias de tareas cortas y guiadas</a:t>
                      </a:r>
                    </a:p>
                    <a:p>
                      <a:pPr marL="342900" lvl="0" indent="-342900" algn="just">
                        <a:lnSpc>
                          <a:spcPct val="150000"/>
                        </a:lnSpc>
                        <a:buFont typeface="Wingdings" panose="05000000000000000000" pitchFamily="2" charset="2"/>
                        <a:buChar char=""/>
                      </a:pPr>
                      <a:r>
                        <a:rPr lang="es-ES" sz="1200" dirty="0">
                          <a:effectLst/>
                        </a:rPr>
                        <a:t>Recordatorios periódicos</a:t>
                      </a:r>
                    </a:p>
                    <a:p>
                      <a:pPr marL="342900" lvl="0" indent="-342900" algn="just">
                        <a:lnSpc>
                          <a:spcPct val="150000"/>
                        </a:lnSpc>
                        <a:spcAft>
                          <a:spcPts val="1000"/>
                        </a:spcAft>
                        <a:buFont typeface="Wingdings" panose="05000000000000000000" pitchFamily="2" charset="2"/>
                        <a:buChar char=""/>
                      </a:pPr>
                      <a:r>
                        <a:rPr lang="es-ES" sz="1200" dirty="0">
                          <a:effectLst/>
                        </a:rPr>
                        <a:t>Retroalimentación frecuente</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3061105306"/>
                  </a:ext>
                </a:extLst>
              </a:tr>
              <a:tr h="779839">
                <a:tc>
                  <a:txBody>
                    <a:bodyPr/>
                    <a:lstStyle/>
                    <a:p>
                      <a:pPr algn="just">
                        <a:lnSpc>
                          <a:spcPct val="150000"/>
                        </a:lnSpc>
                        <a:spcAft>
                          <a:spcPts val="1000"/>
                        </a:spcAft>
                        <a:buNone/>
                      </a:pPr>
                      <a:r>
                        <a:rPr lang="es-ES" sz="1200" dirty="0">
                          <a:effectLst/>
                        </a:rPr>
                        <a:t>Perfil intermedio B</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200">
                          <a:effectLst/>
                        </a:rPr>
                        <a:t>Actividades de aplicación práctica</a:t>
                      </a:r>
                    </a:p>
                    <a:p>
                      <a:pPr marL="342900" lvl="0" indent="-342900" algn="just">
                        <a:lnSpc>
                          <a:spcPct val="150000"/>
                        </a:lnSpc>
                        <a:buFont typeface="Wingdings" panose="05000000000000000000" pitchFamily="2" charset="2"/>
                        <a:buChar char=""/>
                      </a:pPr>
                      <a:r>
                        <a:rPr lang="es-ES" sz="1200">
                          <a:effectLst/>
                        </a:rPr>
                        <a:t>Integración de recursos del curso</a:t>
                      </a:r>
                    </a:p>
                    <a:p>
                      <a:pPr marL="342900" lvl="0" indent="-342900" algn="just">
                        <a:lnSpc>
                          <a:spcPct val="150000"/>
                        </a:lnSpc>
                        <a:spcAft>
                          <a:spcPts val="1000"/>
                        </a:spcAft>
                        <a:buFont typeface="Wingdings" panose="05000000000000000000" pitchFamily="2" charset="2"/>
                        <a:buChar char=""/>
                      </a:pPr>
                      <a:r>
                        <a:rPr lang="es-ES" sz="1200">
                          <a:effectLst/>
                        </a:rPr>
                        <a:t>Tareas de autoevaluación</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1460718398"/>
                  </a:ext>
                </a:extLst>
              </a:tr>
              <a:tr h="779839">
                <a:tc>
                  <a:txBody>
                    <a:bodyPr/>
                    <a:lstStyle/>
                    <a:p>
                      <a:pPr algn="just">
                        <a:lnSpc>
                          <a:spcPct val="150000"/>
                        </a:lnSpc>
                        <a:spcAft>
                          <a:spcPts val="1000"/>
                        </a:spcAft>
                        <a:buNone/>
                      </a:pPr>
                      <a:r>
                        <a:rPr lang="es-ES" sz="1200">
                          <a:effectLst/>
                        </a:rPr>
                        <a:t>Perfil intermedio C</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200">
                          <a:effectLst/>
                        </a:rPr>
                        <a:t>Tareas abiertas con mayor autonomía</a:t>
                      </a:r>
                    </a:p>
                    <a:p>
                      <a:pPr marL="342900" lvl="0" indent="-342900" algn="just">
                        <a:lnSpc>
                          <a:spcPct val="150000"/>
                        </a:lnSpc>
                        <a:buFont typeface="Wingdings" panose="05000000000000000000" pitchFamily="2" charset="2"/>
                        <a:buChar char=""/>
                      </a:pPr>
                      <a:r>
                        <a:rPr lang="es-ES" sz="1200">
                          <a:effectLst/>
                        </a:rPr>
                        <a:t>Actividades con elección de itinerario</a:t>
                      </a:r>
                    </a:p>
                    <a:p>
                      <a:pPr marL="342900" lvl="0" indent="-342900" algn="just">
                        <a:lnSpc>
                          <a:spcPct val="150000"/>
                        </a:lnSpc>
                        <a:spcAft>
                          <a:spcPts val="1000"/>
                        </a:spcAft>
                        <a:buFont typeface="Wingdings" panose="05000000000000000000" pitchFamily="2" charset="2"/>
                        <a:buChar char=""/>
                      </a:pPr>
                      <a:r>
                        <a:rPr lang="es-ES" sz="1200">
                          <a:effectLst/>
                        </a:rPr>
                        <a:t>Dinámicas de coevaluación</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2163953394"/>
                  </a:ext>
                </a:extLst>
              </a:tr>
              <a:tr h="1047213">
                <a:tc>
                  <a:txBody>
                    <a:bodyPr/>
                    <a:lstStyle/>
                    <a:p>
                      <a:pPr algn="just">
                        <a:lnSpc>
                          <a:spcPct val="150000"/>
                        </a:lnSpc>
                        <a:spcAft>
                          <a:spcPts val="1000"/>
                        </a:spcAft>
                        <a:buNone/>
                      </a:pPr>
                      <a:r>
                        <a:rPr lang="es-ES" sz="1200">
                          <a:effectLst/>
                        </a:rPr>
                        <a:t>Alto rendimiento</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tc>
                  <a:txBody>
                    <a:bodyPr/>
                    <a:lstStyle/>
                    <a:p>
                      <a:pPr marL="342900" lvl="0" indent="-342900" algn="just">
                        <a:lnSpc>
                          <a:spcPct val="150000"/>
                        </a:lnSpc>
                        <a:buFont typeface="Wingdings" panose="05000000000000000000" pitchFamily="2" charset="2"/>
                        <a:buChar char=""/>
                      </a:pPr>
                      <a:r>
                        <a:rPr lang="es-ES" sz="1200" dirty="0">
                          <a:effectLst/>
                        </a:rPr>
                        <a:t>Actividades optativas de profundización</a:t>
                      </a:r>
                    </a:p>
                    <a:p>
                      <a:pPr marL="342900" lvl="0" indent="-342900" algn="just">
                        <a:lnSpc>
                          <a:spcPct val="150000"/>
                        </a:lnSpc>
                        <a:buFont typeface="Wingdings" panose="05000000000000000000" pitchFamily="2" charset="2"/>
                        <a:buChar char=""/>
                      </a:pPr>
                      <a:r>
                        <a:rPr lang="es-ES" sz="1200" dirty="0">
                          <a:effectLst/>
                        </a:rPr>
                        <a:t>Mentoría entre iguales</a:t>
                      </a:r>
                    </a:p>
                    <a:p>
                      <a:pPr marL="342900" lvl="0" indent="-342900" algn="just">
                        <a:lnSpc>
                          <a:spcPct val="150000"/>
                        </a:lnSpc>
                        <a:spcAft>
                          <a:spcPts val="1000"/>
                        </a:spcAft>
                        <a:buFont typeface="Wingdings" panose="05000000000000000000" pitchFamily="2" charset="2"/>
                        <a:buChar char=""/>
                      </a:pPr>
                      <a:r>
                        <a:rPr lang="es-ES" sz="1200" dirty="0">
                          <a:effectLst/>
                        </a:rPr>
                        <a:t>Tutoría o apoyo guiado a grupos intermedios o en riesgo</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6843" marR="66843" marT="0" marB="0"/>
                </a:tc>
                <a:extLst>
                  <a:ext uri="{0D108BD9-81ED-4DB2-BD59-A6C34878D82A}">
                    <a16:rowId xmlns:a16="http://schemas.microsoft.com/office/drawing/2014/main" val="431064118"/>
                  </a:ext>
                </a:extLst>
              </a:tr>
            </a:tbl>
          </a:graphicData>
        </a:graphic>
      </p:graphicFrame>
    </p:spTree>
    <p:extLst>
      <p:ext uri="{BB962C8B-B14F-4D97-AF65-F5344CB8AC3E}">
        <p14:creationId xmlns:p14="http://schemas.microsoft.com/office/powerpoint/2010/main" val="35597961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3E01D-A457-07F1-9BD5-C8C88036E927}"/>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51A4E6DB-6C99-FD40-9D15-7B470CAD0AF3}"/>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424CE9DE-9126-0BC2-D06F-18F4E4384423}"/>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DC109324-4B3D-8A0E-2807-58EA233B432E}"/>
              </a:ext>
            </a:extLst>
          </p:cNvPr>
          <p:cNvSpPr>
            <a:spLocks noGrp="1"/>
          </p:cNvSpPr>
          <p:nvPr>
            <p:ph type="sldNum" sz="quarter" idx="12"/>
          </p:nvPr>
        </p:nvSpPr>
        <p:spPr/>
        <p:txBody>
          <a:bodyPr/>
          <a:lstStyle/>
          <a:p>
            <a:pPr rtl="0"/>
            <a:fld id="{DD84031F-D6BF-4677-B12E-7D8B88BA70F7}" type="slidenum">
              <a:rPr lang="en-US" smtClean="0"/>
              <a:t>30</a:t>
            </a:fld>
            <a:endParaRPr lang="en-US"/>
          </a:p>
        </p:txBody>
      </p:sp>
      <p:pic>
        <p:nvPicPr>
          <p:cNvPr id="14" name="Imagen 13">
            <a:extLst>
              <a:ext uri="{FF2B5EF4-FFF2-40B4-BE49-F238E27FC236}">
                <a16:creationId xmlns:a16="http://schemas.microsoft.com/office/drawing/2014/main" id="{912EE2ED-14A6-7B55-17C7-5F9D3A46C1AB}"/>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CD491852-0AD7-49C3-1FE0-9AB24879B896}"/>
              </a:ext>
            </a:extLst>
          </p:cNvPr>
          <p:cNvSpPr>
            <a:spLocks noGrp="1"/>
          </p:cNvSpPr>
          <p:nvPr>
            <p:ph type="title"/>
          </p:nvPr>
        </p:nvSpPr>
        <p:spPr>
          <a:xfrm>
            <a:off x="688448" y="455398"/>
            <a:ext cx="6792069" cy="627114"/>
          </a:xfrm>
        </p:spPr>
        <p:txBody>
          <a:bodyPr anchor="b">
            <a:normAutofit/>
          </a:bodyPr>
          <a:lstStyle/>
          <a:p>
            <a:r>
              <a:rPr lang="es-ES" dirty="0"/>
              <a:t>XAI (IA Explicable)</a:t>
            </a:r>
          </a:p>
        </p:txBody>
      </p:sp>
      <p:sp>
        <p:nvSpPr>
          <p:cNvPr id="16" name="Título 1">
            <a:extLst>
              <a:ext uri="{FF2B5EF4-FFF2-40B4-BE49-F238E27FC236}">
                <a16:creationId xmlns:a16="http://schemas.microsoft.com/office/drawing/2014/main" id="{01CCF864-8B31-A1C6-656A-14DBB15A41F2}"/>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err="1">
                <a:solidFill>
                  <a:srgbClr val="FF6600"/>
                </a:solidFill>
              </a:rPr>
              <a:t>AUTOENCoDER</a:t>
            </a:r>
            <a:endParaRPr lang="es-ES" sz="2400" dirty="0">
              <a:solidFill>
                <a:srgbClr val="FF6600"/>
              </a:solidFill>
            </a:endParaRPr>
          </a:p>
        </p:txBody>
      </p:sp>
      <p:cxnSp>
        <p:nvCxnSpPr>
          <p:cNvPr id="17" name="Conector recto 16">
            <a:extLst>
              <a:ext uri="{FF2B5EF4-FFF2-40B4-BE49-F238E27FC236}">
                <a16:creationId xmlns:a16="http://schemas.microsoft.com/office/drawing/2014/main" id="{FD592CD0-A48B-AA10-87E9-9E7F265D4236}"/>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 name="Tabla 2">
            <a:extLst>
              <a:ext uri="{FF2B5EF4-FFF2-40B4-BE49-F238E27FC236}">
                <a16:creationId xmlns:a16="http://schemas.microsoft.com/office/drawing/2014/main" id="{41C9B126-C7B9-3F37-6FF0-2222FEAEB19F}"/>
              </a:ext>
            </a:extLst>
          </p:cNvPr>
          <p:cNvGraphicFramePr>
            <a:graphicFrameLocks noGrp="1"/>
          </p:cNvGraphicFramePr>
          <p:nvPr>
            <p:extLst>
              <p:ext uri="{D42A27DB-BD31-4B8C-83A1-F6EECF244321}">
                <p14:modId xmlns:p14="http://schemas.microsoft.com/office/powerpoint/2010/main" val="1057898200"/>
              </p:ext>
            </p:extLst>
          </p:nvPr>
        </p:nvGraphicFramePr>
        <p:xfrm>
          <a:off x="775028" y="1805463"/>
          <a:ext cx="5388264" cy="4055583"/>
        </p:xfrm>
        <a:graphic>
          <a:graphicData uri="http://schemas.openxmlformats.org/drawingml/2006/table">
            <a:tbl>
              <a:tblPr firstRow="1" firstCol="1" bandRow="1">
                <a:tableStyleId>{5C22544A-7EE6-4342-B048-85BDC9FD1C3A}</a:tableStyleId>
              </a:tblPr>
              <a:tblGrid>
                <a:gridCol w="504840">
                  <a:extLst>
                    <a:ext uri="{9D8B030D-6E8A-4147-A177-3AD203B41FA5}">
                      <a16:colId xmlns:a16="http://schemas.microsoft.com/office/drawing/2014/main" val="4192790243"/>
                    </a:ext>
                  </a:extLst>
                </a:gridCol>
                <a:gridCol w="606082">
                  <a:extLst>
                    <a:ext uri="{9D8B030D-6E8A-4147-A177-3AD203B41FA5}">
                      <a16:colId xmlns:a16="http://schemas.microsoft.com/office/drawing/2014/main" val="4192119374"/>
                    </a:ext>
                  </a:extLst>
                </a:gridCol>
                <a:gridCol w="883107">
                  <a:extLst>
                    <a:ext uri="{9D8B030D-6E8A-4147-A177-3AD203B41FA5}">
                      <a16:colId xmlns:a16="http://schemas.microsoft.com/office/drawing/2014/main" val="1775970482"/>
                    </a:ext>
                  </a:extLst>
                </a:gridCol>
                <a:gridCol w="875593">
                  <a:extLst>
                    <a:ext uri="{9D8B030D-6E8A-4147-A177-3AD203B41FA5}">
                      <a16:colId xmlns:a16="http://schemas.microsoft.com/office/drawing/2014/main" val="2444441728"/>
                    </a:ext>
                  </a:extLst>
                </a:gridCol>
                <a:gridCol w="876212">
                  <a:extLst>
                    <a:ext uri="{9D8B030D-6E8A-4147-A177-3AD203B41FA5}">
                      <a16:colId xmlns:a16="http://schemas.microsoft.com/office/drawing/2014/main" val="878983363"/>
                    </a:ext>
                  </a:extLst>
                </a:gridCol>
                <a:gridCol w="788465">
                  <a:extLst>
                    <a:ext uri="{9D8B030D-6E8A-4147-A177-3AD203B41FA5}">
                      <a16:colId xmlns:a16="http://schemas.microsoft.com/office/drawing/2014/main" val="2331284889"/>
                    </a:ext>
                  </a:extLst>
                </a:gridCol>
                <a:gridCol w="853965">
                  <a:extLst>
                    <a:ext uri="{9D8B030D-6E8A-4147-A177-3AD203B41FA5}">
                      <a16:colId xmlns:a16="http://schemas.microsoft.com/office/drawing/2014/main" val="3115967874"/>
                    </a:ext>
                  </a:extLst>
                </a:gridCol>
              </a:tblGrid>
              <a:tr h="554569">
                <a:tc>
                  <a:txBody>
                    <a:bodyPr/>
                    <a:lstStyle/>
                    <a:p>
                      <a:pPr algn="just">
                        <a:lnSpc>
                          <a:spcPct val="150000"/>
                        </a:lnSpc>
                        <a:spcAft>
                          <a:spcPts val="1000"/>
                        </a:spcAft>
                        <a:buNone/>
                      </a:pPr>
                      <a:r>
                        <a:rPr lang="es-ES" sz="1000" dirty="0" err="1">
                          <a:effectLst/>
                        </a:rPr>
                        <a:t>week</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n_samples</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accuracy</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spcAft>
                          <a:spcPts val="1000"/>
                        </a:spcAft>
                        <a:buNone/>
                      </a:pPr>
                      <a:r>
                        <a:rPr lang="es-ES" sz="1000" dirty="0" err="1">
                          <a:effectLst/>
                        </a:rPr>
                        <a:t>Balanced</a:t>
                      </a:r>
                      <a:br>
                        <a:rPr lang="es-ES" sz="1000" dirty="0">
                          <a:effectLst/>
                        </a:rPr>
                      </a:br>
                      <a:r>
                        <a:rPr lang="es-ES" sz="1000" dirty="0" err="1">
                          <a:effectLst/>
                        </a:rPr>
                        <a:t>accuracy</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precision</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recall</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000" dirty="0" err="1">
                          <a:effectLst/>
                        </a:rPr>
                        <a:t>auc</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503011468"/>
                  </a:ext>
                </a:extLst>
              </a:tr>
              <a:tr h="318274">
                <a:tc>
                  <a:txBody>
                    <a:bodyPr/>
                    <a:lstStyle/>
                    <a:p>
                      <a:pPr algn="just">
                        <a:lnSpc>
                          <a:spcPct val="150000"/>
                        </a:lnSpc>
                        <a:spcAft>
                          <a:spcPts val="1000"/>
                        </a:spcAft>
                        <a:buNone/>
                      </a:pPr>
                      <a:r>
                        <a:rPr lang="es-ES" sz="1200">
                          <a:effectLst/>
                        </a:rPr>
                        <a:t>1</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2774</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0.695025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0.634221</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0.553603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0.396725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0.713280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55615043"/>
                  </a:ext>
                </a:extLst>
              </a:tr>
              <a:tr h="318274">
                <a:tc>
                  <a:txBody>
                    <a:bodyPr/>
                    <a:lstStyle/>
                    <a:p>
                      <a:pPr algn="just">
                        <a:lnSpc>
                          <a:spcPct val="150000"/>
                        </a:lnSpc>
                        <a:spcAft>
                          <a:spcPts val="1000"/>
                        </a:spcAft>
                        <a:buNone/>
                      </a:pPr>
                      <a:r>
                        <a:rPr lang="es-ES" sz="1200" dirty="0">
                          <a:effectLst/>
                        </a:rPr>
                        <a:t>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3203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0.726506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0.719960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0.567568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0.654206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0.783230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633960971"/>
                  </a:ext>
                </a:extLst>
              </a:tr>
              <a:tr h="318274">
                <a:tc>
                  <a:txBody>
                    <a:bodyPr/>
                    <a:lstStyle/>
                    <a:p>
                      <a:pPr algn="just">
                        <a:lnSpc>
                          <a:spcPct val="150000"/>
                        </a:lnSpc>
                        <a:spcAft>
                          <a:spcPts val="1000"/>
                        </a:spcAft>
                        <a:buNone/>
                      </a:pPr>
                      <a:r>
                        <a:rPr lang="es-ES" sz="1200">
                          <a:effectLst/>
                        </a:rPr>
                        <a:t>5</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3252</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0.803813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0.761390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0.682875</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0.655172</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0.832960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515260086"/>
                  </a:ext>
                </a:extLst>
              </a:tr>
              <a:tr h="318274">
                <a:tc>
                  <a:txBody>
                    <a:bodyPr/>
                    <a:lstStyle/>
                    <a:p>
                      <a:pPr algn="just">
                        <a:lnSpc>
                          <a:spcPct val="150000"/>
                        </a:lnSpc>
                        <a:spcAft>
                          <a:spcPts val="1000"/>
                        </a:spcAft>
                        <a:buNone/>
                      </a:pPr>
                      <a:r>
                        <a:rPr lang="es-ES" sz="1200">
                          <a:effectLst/>
                        </a:rPr>
                        <a:t>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3283</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0.845263</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0.807918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0.732932</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0.732197</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0.877149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65400095"/>
                  </a:ext>
                </a:extLst>
              </a:tr>
              <a:tr h="318274">
                <a:tc>
                  <a:txBody>
                    <a:bodyPr/>
                    <a:lstStyle/>
                    <a:p>
                      <a:pPr algn="just">
                        <a:lnSpc>
                          <a:spcPct val="150000"/>
                        </a:lnSpc>
                        <a:spcAft>
                          <a:spcPts val="1000"/>
                        </a:spcAft>
                        <a:buNone/>
                      </a:pPr>
                      <a:r>
                        <a:rPr lang="es-ES" sz="1200">
                          <a:effectLst/>
                        </a:rPr>
                        <a:t>10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0.864134</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0.840348</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0.777555</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0.777555</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0.900789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02774471"/>
                  </a:ext>
                </a:extLst>
              </a:tr>
              <a:tr h="318274">
                <a:tc>
                  <a:txBody>
                    <a:bodyPr/>
                    <a:lstStyle/>
                    <a:p>
                      <a:pPr algn="just">
                        <a:lnSpc>
                          <a:spcPct val="150000"/>
                        </a:lnSpc>
                        <a:spcAft>
                          <a:spcPts val="1000"/>
                        </a:spcAft>
                        <a:buNone/>
                      </a:pPr>
                      <a:r>
                        <a:rPr lang="es-ES" sz="1200">
                          <a:effectLst/>
                        </a:rPr>
                        <a:t>12</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3291</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0.881191</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0.844570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0.839866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0.751503</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0.908812</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288300707"/>
                  </a:ext>
                </a:extLst>
              </a:tr>
              <a:tr h="318274">
                <a:tc>
                  <a:txBody>
                    <a:bodyPr/>
                    <a:lstStyle/>
                    <a:p>
                      <a:pPr algn="just">
                        <a:lnSpc>
                          <a:spcPct val="150000"/>
                        </a:lnSpc>
                        <a:spcAft>
                          <a:spcPts val="1000"/>
                        </a:spcAft>
                        <a:buNone/>
                      </a:pPr>
                      <a:r>
                        <a:rPr lang="es-ES" sz="1200">
                          <a:effectLst/>
                        </a:rPr>
                        <a:t>15</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3295</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0.891958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0.871739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0.843424</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0.808809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0.934743</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54475431"/>
                  </a:ext>
                </a:extLst>
              </a:tr>
              <a:tr h="318274">
                <a:tc>
                  <a:txBody>
                    <a:bodyPr/>
                    <a:lstStyle/>
                    <a:p>
                      <a:pPr algn="just">
                        <a:lnSpc>
                          <a:spcPct val="150000"/>
                        </a:lnSpc>
                        <a:spcAft>
                          <a:spcPts val="1000"/>
                        </a:spcAft>
                        <a:buNone/>
                      </a:pPr>
                      <a:r>
                        <a:rPr lang="es-ES" sz="1200">
                          <a:effectLst/>
                        </a:rPr>
                        <a:t>18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3297</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0.909918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0.897196</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0.849112</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0.861000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0.954141</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8755912"/>
                  </a:ext>
                </a:extLst>
              </a:tr>
              <a:tr h="318274">
                <a:tc>
                  <a:txBody>
                    <a:bodyPr/>
                    <a:lstStyle/>
                    <a:p>
                      <a:pPr algn="just">
                        <a:lnSpc>
                          <a:spcPct val="150000"/>
                        </a:lnSpc>
                        <a:spcAft>
                          <a:spcPts val="1000"/>
                        </a:spcAft>
                        <a:buNone/>
                      </a:pPr>
                      <a:r>
                        <a:rPr lang="es-ES" sz="1200">
                          <a:effectLst/>
                        </a:rPr>
                        <a:t>20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0.933010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0.920534</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0.897566</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0.885000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0.966172</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6277460"/>
                  </a:ext>
                </a:extLst>
              </a:tr>
              <a:tr h="318274">
                <a:tc>
                  <a:txBody>
                    <a:bodyPr/>
                    <a:lstStyle/>
                    <a:p>
                      <a:pPr algn="just">
                        <a:lnSpc>
                          <a:spcPct val="150000"/>
                        </a:lnSpc>
                        <a:spcAft>
                          <a:spcPts val="1000"/>
                        </a:spcAft>
                        <a:buNone/>
                      </a:pPr>
                      <a:r>
                        <a:rPr lang="es-ES" sz="1200">
                          <a:effectLst/>
                        </a:rPr>
                        <a:t>24</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0.947560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0.948014</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0.916503</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0.933000</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0.985396</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96717618"/>
                  </a:ext>
                </a:extLst>
              </a:tr>
              <a:tr h="318274">
                <a:tc>
                  <a:txBody>
                    <a:bodyPr/>
                    <a:lstStyle/>
                    <a:p>
                      <a:pPr algn="just">
                        <a:lnSpc>
                          <a:spcPct val="150000"/>
                        </a:lnSpc>
                        <a:spcAft>
                          <a:spcPts val="1000"/>
                        </a:spcAft>
                        <a:buNone/>
                      </a:pPr>
                      <a:r>
                        <a:rPr lang="es-ES" sz="1200">
                          <a:effectLst/>
                        </a:rPr>
                        <a:t>28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3299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0.968172</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0.962908</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0.948949</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a:effectLst/>
                        </a:rPr>
                        <a:t>0.948000</a:t>
                      </a:r>
                      <a:endParaRPr lang="es-ES" sz="120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tc>
                  <a:txBody>
                    <a:bodyPr/>
                    <a:lstStyle/>
                    <a:p>
                      <a:pPr algn="just">
                        <a:lnSpc>
                          <a:spcPct val="150000"/>
                        </a:lnSpc>
                        <a:spcAft>
                          <a:spcPts val="1000"/>
                        </a:spcAft>
                        <a:buNone/>
                      </a:pPr>
                      <a:r>
                        <a:rPr lang="es-ES" sz="1200" dirty="0">
                          <a:effectLst/>
                        </a:rPr>
                        <a:t>0.990856</a:t>
                      </a:r>
                      <a:endParaRPr lang="es-ES" sz="1200" dirty="0">
                        <a:effectLst/>
                        <a:latin typeface="CMU Serif" panose="02000603000000000000" pitchFamily="2"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840415166"/>
                  </a:ext>
                </a:extLst>
              </a:tr>
            </a:tbl>
          </a:graphicData>
        </a:graphic>
      </p:graphicFrame>
      <p:pic>
        <p:nvPicPr>
          <p:cNvPr id="2" name="Imagen 1">
            <a:extLst>
              <a:ext uri="{FF2B5EF4-FFF2-40B4-BE49-F238E27FC236}">
                <a16:creationId xmlns:a16="http://schemas.microsoft.com/office/drawing/2014/main" id="{12F7FE1D-FB5F-8F0C-FD9D-955B57E4720A}"/>
              </a:ext>
            </a:extLst>
          </p:cNvPr>
          <p:cNvPicPr>
            <a:picLocks noChangeAspect="1"/>
          </p:cNvPicPr>
          <p:nvPr/>
        </p:nvPicPr>
        <p:blipFill>
          <a:blip r:embed="rId3"/>
          <a:stretch>
            <a:fillRect/>
          </a:stretch>
        </p:blipFill>
        <p:spPr>
          <a:xfrm>
            <a:off x="6482449" y="4621751"/>
            <a:ext cx="4934521" cy="1239295"/>
          </a:xfrm>
          <a:prstGeom prst="rect">
            <a:avLst/>
          </a:prstGeom>
        </p:spPr>
      </p:pic>
      <p:pic>
        <p:nvPicPr>
          <p:cNvPr id="8" name="Imagen 7">
            <a:extLst>
              <a:ext uri="{FF2B5EF4-FFF2-40B4-BE49-F238E27FC236}">
                <a16:creationId xmlns:a16="http://schemas.microsoft.com/office/drawing/2014/main" id="{11711223-29C8-8451-ABFC-91195E00EC52}"/>
              </a:ext>
            </a:extLst>
          </p:cNvPr>
          <p:cNvPicPr>
            <a:picLocks noChangeAspect="1"/>
          </p:cNvPicPr>
          <p:nvPr/>
        </p:nvPicPr>
        <p:blipFill>
          <a:blip r:embed="rId4"/>
          <a:stretch>
            <a:fillRect/>
          </a:stretch>
        </p:blipFill>
        <p:spPr>
          <a:xfrm>
            <a:off x="6368343" y="1709626"/>
            <a:ext cx="5162735" cy="2903785"/>
          </a:xfrm>
          <a:prstGeom prst="rect">
            <a:avLst/>
          </a:prstGeom>
        </p:spPr>
      </p:pic>
    </p:spTree>
    <p:extLst>
      <p:ext uri="{BB962C8B-B14F-4D97-AF65-F5344CB8AC3E}">
        <p14:creationId xmlns:p14="http://schemas.microsoft.com/office/powerpoint/2010/main" val="3259819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7C0674B7-CE62-DB83-E4B3-C95C8B851A1E}"/>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E373A4C7-74C9-75F5-7AC5-76547EEF8B28}"/>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C7AC09D2-1587-ECCE-BAF3-F92BAD9503CA}"/>
              </a:ext>
            </a:extLst>
          </p:cNvPr>
          <p:cNvSpPr>
            <a:spLocks noGrp="1"/>
          </p:cNvSpPr>
          <p:nvPr>
            <p:ph type="sldNum" sz="quarter" idx="12"/>
          </p:nvPr>
        </p:nvSpPr>
        <p:spPr/>
        <p:txBody>
          <a:bodyPr/>
          <a:lstStyle/>
          <a:p>
            <a:pPr rtl="0"/>
            <a:fld id="{DD84031F-D6BF-4677-B12E-7D8B88BA70F7}" type="slidenum">
              <a:rPr lang="en-US" smtClean="0"/>
              <a:t>31</a:t>
            </a:fld>
            <a:endParaRPr lang="en-US"/>
          </a:p>
        </p:txBody>
      </p:sp>
      <p:pic>
        <p:nvPicPr>
          <p:cNvPr id="9" name="Imagen 8">
            <a:extLst>
              <a:ext uri="{FF2B5EF4-FFF2-40B4-BE49-F238E27FC236}">
                <a16:creationId xmlns:a16="http://schemas.microsoft.com/office/drawing/2014/main" id="{B0D99FFC-333B-17E6-4E6F-666D05912D23}"/>
              </a:ext>
            </a:extLst>
          </p:cNvPr>
          <p:cNvPicPr>
            <a:picLocks noChangeAspect="1"/>
          </p:cNvPicPr>
          <p:nvPr/>
        </p:nvPicPr>
        <p:blipFill>
          <a:blip r:embed="rId2"/>
          <a:stretch>
            <a:fillRect/>
          </a:stretch>
        </p:blipFill>
        <p:spPr>
          <a:xfrm>
            <a:off x="692287" y="0"/>
            <a:ext cx="4343262" cy="2743999"/>
          </a:xfrm>
          <a:prstGeom prst="rect">
            <a:avLst/>
          </a:prstGeom>
        </p:spPr>
      </p:pic>
      <p:pic>
        <p:nvPicPr>
          <p:cNvPr id="11" name="Imagen 10">
            <a:extLst>
              <a:ext uri="{FF2B5EF4-FFF2-40B4-BE49-F238E27FC236}">
                <a16:creationId xmlns:a16="http://schemas.microsoft.com/office/drawing/2014/main" id="{CC656D86-CF34-5C3D-7398-1778AFDB50E3}"/>
              </a:ext>
            </a:extLst>
          </p:cNvPr>
          <p:cNvPicPr>
            <a:picLocks noChangeAspect="1"/>
          </p:cNvPicPr>
          <p:nvPr/>
        </p:nvPicPr>
        <p:blipFill>
          <a:blip r:embed="rId3"/>
          <a:stretch>
            <a:fillRect/>
          </a:stretch>
        </p:blipFill>
        <p:spPr>
          <a:xfrm>
            <a:off x="556049" y="1594702"/>
            <a:ext cx="4543543" cy="2797257"/>
          </a:xfrm>
          <a:prstGeom prst="rect">
            <a:avLst/>
          </a:prstGeom>
        </p:spPr>
      </p:pic>
      <p:pic>
        <p:nvPicPr>
          <p:cNvPr id="13" name="Imagen 12">
            <a:extLst>
              <a:ext uri="{FF2B5EF4-FFF2-40B4-BE49-F238E27FC236}">
                <a16:creationId xmlns:a16="http://schemas.microsoft.com/office/drawing/2014/main" id="{B446BE26-3184-ED89-53A3-0FC21C3AAD94}"/>
              </a:ext>
            </a:extLst>
          </p:cNvPr>
          <p:cNvPicPr>
            <a:picLocks noChangeAspect="1"/>
          </p:cNvPicPr>
          <p:nvPr/>
        </p:nvPicPr>
        <p:blipFill>
          <a:blip r:embed="rId4"/>
          <a:stretch>
            <a:fillRect/>
          </a:stretch>
        </p:blipFill>
        <p:spPr>
          <a:xfrm>
            <a:off x="434857" y="4413932"/>
            <a:ext cx="4918193" cy="979740"/>
          </a:xfrm>
          <a:prstGeom prst="rect">
            <a:avLst/>
          </a:prstGeom>
        </p:spPr>
      </p:pic>
      <p:pic>
        <p:nvPicPr>
          <p:cNvPr id="15" name="Imagen 14">
            <a:extLst>
              <a:ext uri="{FF2B5EF4-FFF2-40B4-BE49-F238E27FC236}">
                <a16:creationId xmlns:a16="http://schemas.microsoft.com/office/drawing/2014/main" id="{1705110B-8A7F-82F8-4244-798E7C3B7EF4}"/>
              </a:ext>
            </a:extLst>
          </p:cNvPr>
          <p:cNvPicPr>
            <a:picLocks noChangeAspect="1"/>
          </p:cNvPicPr>
          <p:nvPr/>
        </p:nvPicPr>
        <p:blipFill>
          <a:blip r:embed="rId5"/>
          <a:stretch>
            <a:fillRect/>
          </a:stretch>
        </p:blipFill>
        <p:spPr>
          <a:xfrm>
            <a:off x="6096000" y="379834"/>
            <a:ext cx="5509247" cy="2188362"/>
          </a:xfrm>
          <a:prstGeom prst="rect">
            <a:avLst/>
          </a:prstGeom>
        </p:spPr>
      </p:pic>
      <p:pic>
        <p:nvPicPr>
          <p:cNvPr id="17" name="Imagen 16">
            <a:extLst>
              <a:ext uri="{FF2B5EF4-FFF2-40B4-BE49-F238E27FC236}">
                <a16:creationId xmlns:a16="http://schemas.microsoft.com/office/drawing/2014/main" id="{82155069-1341-DDEF-A448-AFA8AEFE42E9}"/>
              </a:ext>
            </a:extLst>
          </p:cNvPr>
          <p:cNvPicPr>
            <a:picLocks noChangeAspect="1"/>
          </p:cNvPicPr>
          <p:nvPr/>
        </p:nvPicPr>
        <p:blipFill>
          <a:blip r:embed="rId6"/>
          <a:stretch>
            <a:fillRect/>
          </a:stretch>
        </p:blipFill>
        <p:spPr>
          <a:xfrm>
            <a:off x="6185946" y="2502221"/>
            <a:ext cx="5419301" cy="2004152"/>
          </a:xfrm>
          <a:prstGeom prst="rect">
            <a:avLst/>
          </a:prstGeom>
        </p:spPr>
      </p:pic>
    </p:spTree>
    <p:extLst>
      <p:ext uri="{BB962C8B-B14F-4D97-AF65-F5344CB8AC3E}">
        <p14:creationId xmlns:p14="http://schemas.microsoft.com/office/powerpoint/2010/main" val="18449314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E2C9D-EE6A-4D3F-35C0-D8E154ECA1C9}"/>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874E4E-B625-DD70-0D69-E2F5156E44BA}"/>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9BAF16B7-9501-ABDC-C715-83E6F4CFC521}"/>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6EA9B171-FCB0-63BB-BB23-0648BF2DB5A7}"/>
              </a:ext>
            </a:extLst>
          </p:cNvPr>
          <p:cNvSpPr>
            <a:spLocks noGrp="1"/>
          </p:cNvSpPr>
          <p:nvPr>
            <p:ph type="sldNum" sz="quarter" idx="12"/>
          </p:nvPr>
        </p:nvSpPr>
        <p:spPr/>
        <p:txBody>
          <a:bodyPr/>
          <a:lstStyle/>
          <a:p>
            <a:pPr rtl="0"/>
            <a:fld id="{DD84031F-D6BF-4677-B12E-7D8B88BA70F7}" type="slidenum">
              <a:rPr lang="en-US" smtClean="0"/>
              <a:t>32</a:t>
            </a:fld>
            <a:endParaRPr lang="en-US"/>
          </a:p>
        </p:txBody>
      </p:sp>
      <p:pic>
        <p:nvPicPr>
          <p:cNvPr id="14" name="Imagen 13">
            <a:extLst>
              <a:ext uri="{FF2B5EF4-FFF2-40B4-BE49-F238E27FC236}">
                <a16:creationId xmlns:a16="http://schemas.microsoft.com/office/drawing/2014/main" id="{21D307BC-C41F-6D72-DF12-4B4D3F180A99}"/>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3C6E6659-4F5D-5ADC-FE79-2F452AFB9CB2}"/>
              </a:ext>
            </a:extLst>
          </p:cNvPr>
          <p:cNvSpPr>
            <a:spLocks noGrp="1"/>
          </p:cNvSpPr>
          <p:nvPr>
            <p:ph type="title"/>
          </p:nvPr>
        </p:nvSpPr>
        <p:spPr>
          <a:xfrm>
            <a:off x="688448" y="455398"/>
            <a:ext cx="6792069" cy="627114"/>
          </a:xfrm>
        </p:spPr>
        <p:txBody>
          <a:bodyPr anchor="b">
            <a:normAutofit/>
          </a:bodyPr>
          <a:lstStyle/>
          <a:p>
            <a:r>
              <a:rPr lang="es-ES" dirty="0"/>
              <a:t>XAI (IA Explicable)</a:t>
            </a:r>
          </a:p>
        </p:txBody>
      </p:sp>
      <p:sp>
        <p:nvSpPr>
          <p:cNvPr id="16" name="Título 1">
            <a:extLst>
              <a:ext uri="{FF2B5EF4-FFF2-40B4-BE49-F238E27FC236}">
                <a16:creationId xmlns:a16="http://schemas.microsoft.com/office/drawing/2014/main" id="{4556F79C-A4DA-C713-38B5-FE2FD6C44C10}"/>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err="1">
                <a:solidFill>
                  <a:srgbClr val="FF6600"/>
                </a:solidFill>
              </a:rPr>
              <a:t>AUTOENCoDER</a:t>
            </a:r>
            <a:endParaRPr lang="es-ES" sz="2400" dirty="0">
              <a:solidFill>
                <a:srgbClr val="FF6600"/>
              </a:solidFill>
            </a:endParaRPr>
          </a:p>
        </p:txBody>
      </p:sp>
      <p:cxnSp>
        <p:nvCxnSpPr>
          <p:cNvPr id="17" name="Conector recto 16">
            <a:extLst>
              <a:ext uri="{FF2B5EF4-FFF2-40B4-BE49-F238E27FC236}">
                <a16:creationId xmlns:a16="http://schemas.microsoft.com/office/drawing/2014/main" id="{9F91C319-701E-EAF2-342C-9DB4F3F24977}"/>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2" name="Imagen 1">
            <a:extLst>
              <a:ext uri="{FF2B5EF4-FFF2-40B4-BE49-F238E27FC236}">
                <a16:creationId xmlns:a16="http://schemas.microsoft.com/office/drawing/2014/main" id="{7C094E4C-374F-92F4-F2AA-05D84E04C863}"/>
              </a:ext>
            </a:extLst>
          </p:cNvPr>
          <p:cNvPicPr>
            <a:picLocks noChangeAspect="1"/>
          </p:cNvPicPr>
          <p:nvPr/>
        </p:nvPicPr>
        <p:blipFill rotWithShape="1">
          <a:blip r:embed="rId3"/>
          <a:srcRect r="16823"/>
          <a:stretch>
            <a:fillRect/>
          </a:stretch>
        </p:blipFill>
        <p:spPr bwMode="auto">
          <a:xfrm>
            <a:off x="775028" y="1987835"/>
            <a:ext cx="7245000" cy="3592744"/>
          </a:xfrm>
          <a:prstGeom prst="rect">
            <a:avLst/>
          </a:prstGeom>
          <a:ln>
            <a:noFill/>
          </a:ln>
          <a:extLst>
            <a:ext uri="{53640926-AAD7-44D8-BBD7-CCE9431645EC}">
              <a14:shadowObscured xmlns:a14="http://schemas.microsoft.com/office/drawing/2010/main"/>
            </a:ext>
          </a:extLst>
        </p:spPr>
      </p:pic>
      <p:graphicFrame>
        <p:nvGraphicFramePr>
          <p:cNvPr id="3" name="Tabla 2">
            <a:extLst>
              <a:ext uri="{FF2B5EF4-FFF2-40B4-BE49-F238E27FC236}">
                <a16:creationId xmlns:a16="http://schemas.microsoft.com/office/drawing/2014/main" id="{E62A2EC9-3B45-69CE-5F81-14189F63013C}"/>
              </a:ext>
            </a:extLst>
          </p:cNvPr>
          <p:cNvGraphicFramePr>
            <a:graphicFrameLocks noGrp="1"/>
          </p:cNvGraphicFramePr>
          <p:nvPr>
            <p:extLst>
              <p:ext uri="{D42A27DB-BD31-4B8C-83A1-F6EECF244321}">
                <p14:modId xmlns:p14="http://schemas.microsoft.com/office/powerpoint/2010/main" val="936983161"/>
              </p:ext>
            </p:extLst>
          </p:nvPr>
        </p:nvGraphicFramePr>
        <p:xfrm>
          <a:off x="8223024" y="1987835"/>
          <a:ext cx="3390119" cy="3665025"/>
        </p:xfrm>
        <a:graphic>
          <a:graphicData uri="http://schemas.openxmlformats.org/drawingml/2006/table">
            <a:tbl>
              <a:tblPr firstRow="1" firstCol="1" bandRow="1">
                <a:tableStyleId>{5C22544A-7EE6-4342-B048-85BDC9FD1C3A}</a:tableStyleId>
              </a:tblPr>
              <a:tblGrid>
                <a:gridCol w="955324">
                  <a:extLst>
                    <a:ext uri="{9D8B030D-6E8A-4147-A177-3AD203B41FA5}">
                      <a16:colId xmlns:a16="http://schemas.microsoft.com/office/drawing/2014/main" val="3186602159"/>
                    </a:ext>
                  </a:extLst>
                </a:gridCol>
                <a:gridCol w="2434795">
                  <a:extLst>
                    <a:ext uri="{9D8B030D-6E8A-4147-A177-3AD203B41FA5}">
                      <a16:colId xmlns:a16="http://schemas.microsoft.com/office/drawing/2014/main" val="1328091503"/>
                    </a:ext>
                  </a:extLst>
                </a:gridCol>
              </a:tblGrid>
              <a:tr h="322054">
                <a:tc>
                  <a:txBody>
                    <a:bodyPr/>
                    <a:lstStyle/>
                    <a:p>
                      <a:pPr algn="just">
                        <a:lnSpc>
                          <a:spcPct val="150000"/>
                        </a:lnSpc>
                        <a:spcBef>
                          <a:spcPts val="600"/>
                        </a:spcBef>
                        <a:spcAft>
                          <a:spcPts val="600"/>
                        </a:spcAft>
                        <a:buNone/>
                      </a:pPr>
                      <a:r>
                        <a:rPr lang="es-ES" sz="900">
                          <a:effectLst/>
                        </a:rPr>
                        <a:t>Ventana temporal</a:t>
                      </a:r>
                      <a:endParaRPr lang="es-ES" sz="100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ctr">
                        <a:lnSpc>
                          <a:spcPct val="150000"/>
                        </a:lnSpc>
                        <a:spcBef>
                          <a:spcPts val="600"/>
                        </a:spcBef>
                        <a:spcAft>
                          <a:spcPts val="600"/>
                        </a:spcAft>
                        <a:buNone/>
                      </a:pPr>
                      <a:r>
                        <a:rPr lang="es-ES" sz="900" dirty="0">
                          <a:effectLst/>
                        </a:rPr>
                        <a:t>Acción principal (estáticas/acumulativas)</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4158381578"/>
                  </a:ext>
                </a:extLst>
              </a:tr>
              <a:tr h="1221583">
                <a:tc>
                  <a:txBody>
                    <a:bodyPr/>
                    <a:lstStyle/>
                    <a:p>
                      <a:pPr algn="just">
                        <a:lnSpc>
                          <a:spcPct val="150000"/>
                        </a:lnSpc>
                        <a:spcBef>
                          <a:spcPts val="600"/>
                        </a:spcBef>
                        <a:spcAft>
                          <a:spcPts val="600"/>
                        </a:spcAft>
                        <a:buNone/>
                      </a:pPr>
                      <a:r>
                        <a:rPr lang="es-ES" sz="1000">
                          <a:effectLst/>
                        </a:rPr>
                        <a:t>Semanas 1-8</a:t>
                      </a:r>
                      <a:endParaRPr lang="es-ES" sz="100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Envío de un correo de seguimiento inicial con orientación sobre el arranque del curso, organización del trabajo y recursos de apoyo.</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1177269713"/>
                  </a:ext>
                </a:extLst>
              </a:tr>
              <a:tr h="1119128">
                <a:tc>
                  <a:txBody>
                    <a:bodyPr/>
                    <a:lstStyle/>
                    <a:p>
                      <a:pPr algn="just">
                        <a:lnSpc>
                          <a:spcPct val="150000"/>
                        </a:lnSpc>
                        <a:spcBef>
                          <a:spcPts val="600"/>
                        </a:spcBef>
                        <a:spcAft>
                          <a:spcPts val="600"/>
                        </a:spcAft>
                        <a:buNone/>
                      </a:pPr>
                      <a:r>
                        <a:rPr lang="es-ES" sz="1000">
                          <a:effectLst/>
                        </a:rPr>
                        <a:t>Semanas 10-20</a:t>
                      </a:r>
                      <a:endParaRPr lang="es-ES" sz="100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Envío de una alerta personalizada al detectar retrasos en entregas, inactividad o empeoramiento del rendimiento, junto con una tutoría breve de seguimiento.</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2405539319"/>
                  </a:ext>
                </a:extLst>
              </a:tr>
              <a:tr h="929979">
                <a:tc>
                  <a:txBody>
                    <a:bodyPr/>
                    <a:lstStyle/>
                    <a:p>
                      <a:pPr algn="just">
                        <a:lnSpc>
                          <a:spcPct val="150000"/>
                        </a:lnSpc>
                        <a:spcBef>
                          <a:spcPts val="600"/>
                        </a:spcBef>
                        <a:spcAft>
                          <a:spcPts val="600"/>
                        </a:spcAft>
                        <a:buNone/>
                      </a:pPr>
                      <a:r>
                        <a:rPr lang="es-ES" sz="1000" dirty="0">
                          <a:effectLst/>
                        </a:rPr>
                        <a:t>Semanas 21-28</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Contacto individual urgente para reactivar la participación y priorizar tareas pendientes, con acompañamiento intensivo de cierre si es necesario.</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2461937641"/>
                  </a:ext>
                </a:extLst>
              </a:tr>
            </a:tbl>
          </a:graphicData>
        </a:graphic>
      </p:graphicFrame>
    </p:spTree>
    <p:extLst>
      <p:ext uri="{BB962C8B-B14F-4D97-AF65-F5344CB8AC3E}">
        <p14:creationId xmlns:p14="http://schemas.microsoft.com/office/powerpoint/2010/main" val="30896121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ABC4F-C820-D102-32A0-5600784B3628}"/>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7CCA357B-7FC5-D27E-933E-9F275E8794A5}"/>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43AEA879-E807-50FE-071C-4CD5DEFA821C}"/>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7F57B3AF-0637-D297-953D-AA8F20F12938}"/>
              </a:ext>
            </a:extLst>
          </p:cNvPr>
          <p:cNvSpPr>
            <a:spLocks noGrp="1"/>
          </p:cNvSpPr>
          <p:nvPr>
            <p:ph type="sldNum" sz="quarter" idx="12"/>
          </p:nvPr>
        </p:nvSpPr>
        <p:spPr/>
        <p:txBody>
          <a:bodyPr/>
          <a:lstStyle/>
          <a:p>
            <a:pPr rtl="0"/>
            <a:fld id="{DD84031F-D6BF-4677-B12E-7D8B88BA70F7}" type="slidenum">
              <a:rPr lang="en-US" smtClean="0"/>
              <a:t>33</a:t>
            </a:fld>
            <a:endParaRPr lang="en-US"/>
          </a:p>
        </p:txBody>
      </p:sp>
      <p:pic>
        <p:nvPicPr>
          <p:cNvPr id="14" name="Imagen 13">
            <a:extLst>
              <a:ext uri="{FF2B5EF4-FFF2-40B4-BE49-F238E27FC236}">
                <a16:creationId xmlns:a16="http://schemas.microsoft.com/office/drawing/2014/main" id="{B863A84E-A5AE-DCAA-F486-3E9ED885395B}"/>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B7F3568F-CF55-D932-CBF7-663E3145E9D0}"/>
              </a:ext>
            </a:extLst>
          </p:cNvPr>
          <p:cNvSpPr>
            <a:spLocks noGrp="1"/>
          </p:cNvSpPr>
          <p:nvPr>
            <p:ph type="title"/>
          </p:nvPr>
        </p:nvSpPr>
        <p:spPr>
          <a:xfrm>
            <a:off x="688448" y="455398"/>
            <a:ext cx="6792069" cy="627114"/>
          </a:xfrm>
        </p:spPr>
        <p:txBody>
          <a:bodyPr anchor="b">
            <a:normAutofit/>
          </a:bodyPr>
          <a:lstStyle/>
          <a:p>
            <a:r>
              <a:rPr lang="es-ES" dirty="0"/>
              <a:t>XAI (IA Explicable)</a:t>
            </a:r>
          </a:p>
        </p:txBody>
      </p:sp>
      <p:sp>
        <p:nvSpPr>
          <p:cNvPr id="16" name="Título 1">
            <a:extLst>
              <a:ext uri="{FF2B5EF4-FFF2-40B4-BE49-F238E27FC236}">
                <a16:creationId xmlns:a16="http://schemas.microsoft.com/office/drawing/2014/main" id="{70AC153D-5980-BC83-94CD-F2E8750245D7}"/>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err="1">
                <a:solidFill>
                  <a:srgbClr val="FF6600"/>
                </a:solidFill>
              </a:rPr>
              <a:t>AUTOENCoDER</a:t>
            </a:r>
            <a:endParaRPr lang="es-ES" sz="2400" dirty="0">
              <a:solidFill>
                <a:srgbClr val="FF6600"/>
              </a:solidFill>
            </a:endParaRPr>
          </a:p>
        </p:txBody>
      </p:sp>
      <p:cxnSp>
        <p:nvCxnSpPr>
          <p:cNvPr id="17" name="Conector recto 16">
            <a:extLst>
              <a:ext uri="{FF2B5EF4-FFF2-40B4-BE49-F238E27FC236}">
                <a16:creationId xmlns:a16="http://schemas.microsoft.com/office/drawing/2014/main" id="{4542FE99-A936-76E1-BBB3-E0514894296B}"/>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pic>
        <p:nvPicPr>
          <p:cNvPr id="3" name="Imagen 2">
            <a:extLst>
              <a:ext uri="{FF2B5EF4-FFF2-40B4-BE49-F238E27FC236}">
                <a16:creationId xmlns:a16="http://schemas.microsoft.com/office/drawing/2014/main" id="{C0B96C4B-184B-9F75-C0A7-1AC0C35AA820}"/>
              </a:ext>
            </a:extLst>
          </p:cNvPr>
          <p:cNvPicPr>
            <a:picLocks noChangeAspect="1"/>
          </p:cNvPicPr>
          <p:nvPr/>
        </p:nvPicPr>
        <p:blipFill>
          <a:blip r:embed="rId3"/>
          <a:stretch>
            <a:fillRect/>
          </a:stretch>
        </p:blipFill>
        <p:spPr>
          <a:xfrm>
            <a:off x="4487779" y="1871209"/>
            <a:ext cx="7358336" cy="3766185"/>
          </a:xfrm>
          <a:prstGeom prst="rect">
            <a:avLst/>
          </a:prstGeom>
        </p:spPr>
      </p:pic>
      <p:graphicFrame>
        <p:nvGraphicFramePr>
          <p:cNvPr id="5" name="Tabla 4">
            <a:extLst>
              <a:ext uri="{FF2B5EF4-FFF2-40B4-BE49-F238E27FC236}">
                <a16:creationId xmlns:a16="http://schemas.microsoft.com/office/drawing/2014/main" id="{81F33CDC-9B79-E30E-DA76-82B0FB0C6C6F}"/>
              </a:ext>
            </a:extLst>
          </p:cNvPr>
          <p:cNvGraphicFramePr>
            <a:graphicFrameLocks noGrp="1"/>
          </p:cNvGraphicFramePr>
          <p:nvPr>
            <p:extLst>
              <p:ext uri="{D42A27DB-BD31-4B8C-83A1-F6EECF244321}">
                <p14:modId xmlns:p14="http://schemas.microsoft.com/office/powerpoint/2010/main" val="2019722381"/>
              </p:ext>
            </p:extLst>
          </p:nvPr>
        </p:nvGraphicFramePr>
        <p:xfrm>
          <a:off x="688448" y="1871209"/>
          <a:ext cx="3666984" cy="3766185"/>
        </p:xfrm>
        <a:graphic>
          <a:graphicData uri="http://schemas.openxmlformats.org/drawingml/2006/table">
            <a:tbl>
              <a:tblPr firstRow="1" bandRow="1">
                <a:tableStyleId>{5C22544A-7EE6-4342-B048-85BDC9FD1C3A}</a:tableStyleId>
              </a:tblPr>
              <a:tblGrid>
                <a:gridCol w="1833492">
                  <a:extLst>
                    <a:ext uri="{9D8B030D-6E8A-4147-A177-3AD203B41FA5}">
                      <a16:colId xmlns:a16="http://schemas.microsoft.com/office/drawing/2014/main" val="844871110"/>
                    </a:ext>
                  </a:extLst>
                </a:gridCol>
                <a:gridCol w="1833492">
                  <a:extLst>
                    <a:ext uri="{9D8B030D-6E8A-4147-A177-3AD203B41FA5}">
                      <a16:colId xmlns:a16="http://schemas.microsoft.com/office/drawing/2014/main" val="3711896988"/>
                    </a:ext>
                  </a:extLst>
                </a:gridCol>
              </a:tblGrid>
              <a:tr h="370840">
                <a:tc>
                  <a:txBody>
                    <a:bodyPr/>
                    <a:lstStyle/>
                    <a:p>
                      <a:pPr algn="just">
                        <a:lnSpc>
                          <a:spcPct val="150000"/>
                        </a:lnSpc>
                        <a:spcBef>
                          <a:spcPts val="600"/>
                        </a:spcBef>
                        <a:spcAft>
                          <a:spcPts val="600"/>
                        </a:spcAft>
                        <a:buNone/>
                      </a:pPr>
                      <a:r>
                        <a:rPr lang="es-ES" sz="900" dirty="0">
                          <a:effectLst/>
                        </a:rPr>
                        <a:t>Ventana temporal</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ctr">
                        <a:lnSpc>
                          <a:spcPct val="150000"/>
                        </a:lnSpc>
                        <a:spcBef>
                          <a:spcPts val="600"/>
                        </a:spcBef>
                        <a:spcAft>
                          <a:spcPts val="600"/>
                        </a:spcAft>
                        <a:buNone/>
                      </a:pPr>
                      <a:r>
                        <a:rPr lang="es-ES" sz="900">
                          <a:effectLst/>
                        </a:rPr>
                        <a:t>Acción complementaria (secuenciales)</a:t>
                      </a:r>
                      <a:endParaRPr lang="es-ES" sz="100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1080067012"/>
                  </a:ext>
                </a:extLst>
              </a:tr>
              <a:tr h="370840">
                <a:tc>
                  <a:txBody>
                    <a:bodyPr/>
                    <a:lstStyle/>
                    <a:p>
                      <a:pPr algn="just">
                        <a:lnSpc>
                          <a:spcPct val="150000"/>
                        </a:lnSpc>
                        <a:spcBef>
                          <a:spcPts val="600"/>
                        </a:spcBef>
                        <a:spcAft>
                          <a:spcPts val="600"/>
                        </a:spcAft>
                        <a:buNone/>
                      </a:pPr>
                      <a:r>
                        <a:rPr lang="es-ES" sz="1000" dirty="0">
                          <a:effectLst/>
                        </a:rPr>
                        <a:t>Semanas 1-8</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Envió de correo para animar a participar en los foros y tutoriales para conocer la página de inicio de la plataforma universitaria.</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2282855715"/>
                  </a:ext>
                </a:extLst>
              </a:tr>
              <a:tr h="370840">
                <a:tc>
                  <a:txBody>
                    <a:bodyPr/>
                    <a:lstStyle/>
                    <a:p>
                      <a:pPr algn="just">
                        <a:lnSpc>
                          <a:spcPct val="150000"/>
                        </a:lnSpc>
                        <a:spcBef>
                          <a:spcPts val="600"/>
                        </a:spcBef>
                        <a:spcAft>
                          <a:spcPts val="600"/>
                        </a:spcAft>
                        <a:buNone/>
                      </a:pPr>
                      <a:r>
                        <a:rPr lang="es-ES" sz="1000" dirty="0">
                          <a:effectLst/>
                        </a:rPr>
                        <a:t>Semanas 10-20</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Mensaje de seguimiento si se observa un patrón de uso irregular o fragmentado en actividades concretas del curso.</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1897189913"/>
                  </a:ext>
                </a:extLst>
              </a:tr>
              <a:tr h="370840">
                <a:tc>
                  <a:txBody>
                    <a:bodyPr/>
                    <a:lstStyle/>
                    <a:p>
                      <a:pPr algn="just">
                        <a:lnSpc>
                          <a:spcPct val="150000"/>
                        </a:lnSpc>
                        <a:spcBef>
                          <a:spcPts val="600"/>
                        </a:spcBef>
                        <a:spcAft>
                          <a:spcPts val="600"/>
                        </a:spcAft>
                        <a:buNone/>
                      </a:pPr>
                      <a:r>
                        <a:rPr lang="es-ES" sz="1000" dirty="0">
                          <a:effectLst/>
                        </a:rPr>
                        <a:t>Semanas 21-28</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tc>
                  <a:txBody>
                    <a:bodyPr/>
                    <a:lstStyle/>
                    <a:p>
                      <a:pPr algn="just">
                        <a:lnSpc>
                          <a:spcPct val="150000"/>
                        </a:lnSpc>
                        <a:spcBef>
                          <a:spcPts val="600"/>
                        </a:spcBef>
                        <a:spcAft>
                          <a:spcPts val="600"/>
                        </a:spcAft>
                        <a:buNone/>
                      </a:pPr>
                      <a:r>
                        <a:rPr lang="es-ES" sz="1000" dirty="0">
                          <a:effectLst/>
                        </a:rPr>
                        <a:t>Mensaje de reenganche centrado en tareas finales cuando la interacción en la plataforma sea residual o poco sostenida.</a:t>
                      </a:r>
                      <a:endParaRPr lang="es-ES" sz="1000" dirty="0">
                        <a:effectLst/>
                        <a:latin typeface="CMU Serif" panose="02000603000000000000" pitchFamily="2" charset="0"/>
                        <a:ea typeface="Calibri" panose="020F0502020204030204" pitchFamily="34" charset="0"/>
                        <a:cs typeface="Arial" panose="020B0604020202020204" pitchFamily="34" charset="0"/>
                      </a:endParaRPr>
                    </a:p>
                  </a:txBody>
                  <a:tcPr marL="57900" marR="57900" marT="0" marB="0"/>
                </a:tc>
                <a:extLst>
                  <a:ext uri="{0D108BD9-81ED-4DB2-BD59-A6C34878D82A}">
                    <a16:rowId xmlns:a16="http://schemas.microsoft.com/office/drawing/2014/main" val="3574798655"/>
                  </a:ext>
                </a:extLst>
              </a:tr>
            </a:tbl>
          </a:graphicData>
        </a:graphic>
      </p:graphicFrame>
    </p:spTree>
    <p:extLst>
      <p:ext uri="{BB962C8B-B14F-4D97-AF65-F5344CB8AC3E}">
        <p14:creationId xmlns:p14="http://schemas.microsoft.com/office/powerpoint/2010/main" val="3583656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82F2B-BD3B-F1EB-9991-B518BBA6BF92}"/>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2E414031-F6E0-3F1E-20D5-74FF6DA90C5F}"/>
              </a:ext>
            </a:extLst>
          </p:cNvPr>
          <p:cNvSpPr>
            <a:spLocks noGrp="1"/>
          </p:cNvSpPr>
          <p:nvPr>
            <p:ph type="ftr" sz="quarter" idx="11"/>
          </p:nvPr>
        </p:nvSpPr>
        <p:spPr/>
        <p:txBody>
          <a:bodyPr/>
          <a:lstStyle/>
          <a:p>
            <a:pPr rtl="0"/>
            <a:r>
              <a:rPr lang="es-ES"/>
              <a:t>Texto de ejemplo para el pie de página</a:t>
            </a:r>
            <a:endParaRPr lang="es"/>
          </a:p>
        </p:txBody>
      </p:sp>
      <p:sp>
        <p:nvSpPr>
          <p:cNvPr id="6" name="Marcador de fecha 5">
            <a:extLst>
              <a:ext uri="{FF2B5EF4-FFF2-40B4-BE49-F238E27FC236}">
                <a16:creationId xmlns:a16="http://schemas.microsoft.com/office/drawing/2014/main" id="{CEEBF946-4491-D86F-01F0-7C1A704AE820}"/>
              </a:ext>
            </a:extLst>
          </p:cNvPr>
          <p:cNvSpPr>
            <a:spLocks noGrp="1"/>
          </p:cNvSpPr>
          <p:nvPr>
            <p:ph type="dt" sz="half" idx="10"/>
          </p:nvPr>
        </p:nvSpPr>
        <p:spPr/>
        <p:txBody>
          <a:bodyPr/>
          <a:lstStyle/>
          <a:p>
            <a:pPr rtl="0"/>
            <a:r>
              <a:rPr lang="es-ES"/>
              <a:t>4/8/2025</a:t>
            </a:r>
            <a:endParaRPr lang="en-US"/>
          </a:p>
        </p:txBody>
      </p:sp>
      <p:sp>
        <p:nvSpPr>
          <p:cNvPr id="7" name="Marcador de número de diapositiva 6">
            <a:extLst>
              <a:ext uri="{FF2B5EF4-FFF2-40B4-BE49-F238E27FC236}">
                <a16:creationId xmlns:a16="http://schemas.microsoft.com/office/drawing/2014/main" id="{049E68FF-9259-4FA1-54E8-74C6415134FC}"/>
              </a:ext>
            </a:extLst>
          </p:cNvPr>
          <p:cNvSpPr>
            <a:spLocks noGrp="1"/>
          </p:cNvSpPr>
          <p:nvPr>
            <p:ph type="sldNum" sz="quarter" idx="12"/>
          </p:nvPr>
        </p:nvSpPr>
        <p:spPr/>
        <p:txBody>
          <a:bodyPr/>
          <a:lstStyle/>
          <a:p>
            <a:pPr rtl="0"/>
            <a:fld id="{DD84031F-D6BF-4677-B12E-7D8B88BA70F7}" type="slidenum">
              <a:rPr lang="en-US" smtClean="0"/>
              <a:t>34</a:t>
            </a:fld>
            <a:endParaRPr lang="en-US"/>
          </a:p>
        </p:txBody>
      </p:sp>
      <p:pic>
        <p:nvPicPr>
          <p:cNvPr id="14" name="Imagen 13">
            <a:extLst>
              <a:ext uri="{FF2B5EF4-FFF2-40B4-BE49-F238E27FC236}">
                <a16:creationId xmlns:a16="http://schemas.microsoft.com/office/drawing/2014/main" id="{A710D3AB-4691-10CC-4E33-94C85515B10C}"/>
              </a:ext>
            </a:extLst>
          </p:cNvPr>
          <p:cNvPicPr>
            <a:picLocks noChangeAspect="1"/>
          </p:cNvPicPr>
          <p:nvPr/>
        </p:nvPicPr>
        <p:blipFill>
          <a:blip r:embed="rId2"/>
          <a:stretch>
            <a:fillRect/>
          </a:stretch>
        </p:blipFill>
        <p:spPr>
          <a:xfrm>
            <a:off x="9918084" y="99023"/>
            <a:ext cx="1871580" cy="799949"/>
          </a:xfrm>
          <a:prstGeom prst="rect">
            <a:avLst/>
          </a:prstGeom>
        </p:spPr>
      </p:pic>
      <p:sp>
        <p:nvSpPr>
          <p:cNvPr id="15" name="Título 1">
            <a:extLst>
              <a:ext uri="{FF2B5EF4-FFF2-40B4-BE49-F238E27FC236}">
                <a16:creationId xmlns:a16="http://schemas.microsoft.com/office/drawing/2014/main" id="{93B2DFDD-4553-01E5-7ACA-D940A1E3D9EB}"/>
              </a:ext>
            </a:extLst>
          </p:cNvPr>
          <p:cNvSpPr>
            <a:spLocks noGrp="1"/>
          </p:cNvSpPr>
          <p:nvPr>
            <p:ph type="title"/>
          </p:nvPr>
        </p:nvSpPr>
        <p:spPr>
          <a:xfrm>
            <a:off x="688448" y="455398"/>
            <a:ext cx="6792069" cy="627114"/>
          </a:xfrm>
        </p:spPr>
        <p:txBody>
          <a:bodyPr anchor="b">
            <a:normAutofit/>
          </a:bodyPr>
          <a:lstStyle/>
          <a:p>
            <a:r>
              <a:rPr lang="es-ES" dirty="0"/>
              <a:t>XAI (IA Explicable)</a:t>
            </a:r>
          </a:p>
        </p:txBody>
      </p:sp>
      <p:sp>
        <p:nvSpPr>
          <p:cNvPr id="16" name="Título 1">
            <a:extLst>
              <a:ext uri="{FF2B5EF4-FFF2-40B4-BE49-F238E27FC236}">
                <a16:creationId xmlns:a16="http://schemas.microsoft.com/office/drawing/2014/main" id="{4DF90812-EB34-BF6E-8E2D-8514A8CB2196}"/>
              </a:ext>
            </a:extLst>
          </p:cNvPr>
          <p:cNvSpPr txBox="1">
            <a:spLocks/>
          </p:cNvSpPr>
          <p:nvPr/>
        </p:nvSpPr>
        <p:spPr>
          <a:xfrm>
            <a:off x="703946" y="887263"/>
            <a:ext cx="6792069" cy="62711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cap="all" baseline="0">
                <a:solidFill>
                  <a:schemeClr val="tx1"/>
                </a:solidFill>
                <a:latin typeface="+mj-lt"/>
                <a:ea typeface="+mj-ea"/>
                <a:cs typeface="+mj-cs"/>
              </a:defRPr>
            </a:lvl1pPr>
          </a:lstStyle>
          <a:p>
            <a:r>
              <a:rPr lang="es-ES" sz="2400" dirty="0" err="1">
                <a:solidFill>
                  <a:srgbClr val="FF6600"/>
                </a:solidFill>
              </a:rPr>
              <a:t>AUTOENCoDER</a:t>
            </a:r>
            <a:endParaRPr lang="es-ES" sz="2400" dirty="0">
              <a:solidFill>
                <a:srgbClr val="FF6600"/>
              </a:solidFill>
            </a:endParaRPr>
          </a:p>
        </p:txBody>
      </p:sp>
      <p:cxnSp>
        <p:nvCxnSpPr>
          <p:cNvPr id="17" name="Conector recto 16">
            <a:extLst>
              <a:ext uri="{FF2B5EF4-FFF2-40B4-BE49-F238E27FC236}">
                <a16:creationId xmlns:a16="http://schemas.microsoft.com/office/drawing/2014/main" id="{C5CC8DF4-E6CD-F7CD-64A6-BF2F2D7D476D}"/>
              </a:ext>
            </a:extLst>
          </p:cNvPr>
          <p:cNvCxnSpPr>
            <a:cxnSpLocks/>
          </p:cNvCxnSpPr>
          <p:nvPr/>
        </p:nvCxnSpPr>
        <p:spPr>
          <a:xfrm>
            <a:off x="775028" y="1514377"/>
            <a:ext cx="6776634"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6023645"/>
      </p:ext>
    </p:extLst>
  </p:cSld>
  <p:clrMapOvr>
    <a:masterClrMapping/>
  </p:clrMapOvr>
</p:sld>
</file>

<file path=ppt/theme/theme1.xml><?xml version="1.0" encoding="utf-8"?>
<a:theme xmlns:a="http://schemas.openxmlformats.org/drawingml/2006/main" name="Líneas">
  <a:themeElements>
    <a:clrScheme name="Lines">
      <a:dk1>
        <a:srgbClr val="0F0F0F"/>
      </a:dk1>
      <a:lt1>
        <a:sysClr val="window" lastClr="FFFFFF"/>
      </a:lt1>
      <a:dk2>
        <a:srgbClr val="0A242A"/>
      </a:dk2>
      <a:lt2>
        <a:srgbClr val="F5F2ED"/>
      </a:lt2>
      <a:accent1>
        <a:srgbClr val="E45730"/>
      </a:accent1>
      <a:accent2>
        <a:srgbClr val="27717D"/>
      </a:accent2>
      <a:accent3>
        <a:srgbClr val="8CA8B5"/>
      </a:accent3>
      <a:accent4>
        <a:srgbClr val="607381"/>
      </a:accent4>
      <a:accent5>
        <a:srgbClr val="A39990"/>
      </a:accent5>
      <a:accent6>
        <a:srgbClr val="BA3106"/>
      </a:accent6>
      <a:hlink>
        <a:srgbClr val="E45730"/>
      </a:hlink>
      <a:folHlink>
        <a:srgbClr val="24717F"/>
      </a:folHlink>
    </a:clrScheme>
    <a:fontScheme name="Univers Condensed Arial Light">
      <a:majorFont>
        <a:latin typeface="Univers Condensed"/>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ines" id="{656B2F94-71EE-4F5F-8AB6-423A33239BAD}" vid="{CD481196-1649-4740-8CB7-70D8662C6A2B}"/>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3533</TotalTime>
  <Words>3451</Words>
  <Application>Microsoft Office PowerPoint</Application>
  <PresentationFormat>Panorámica</PresentationFormat>
  <Paragraphs>657</Paragraphs>
  <Slides>34</Slides>
  <Notes>16</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34</vt:i4>
      </vt:variant>
    </vt:vector>
  </HeadingPairs>
  <TitlesOfParts>
    <vt:vector size="43" baseType="lpstr">
      <vt:lpstr>Aptos</vt:lpstr>
      <vt:lpstr>Arial</vt:lpstr>
      <vt:lpstr>Arial Nova Light</vt:lpstr>
      <vt:lpstr>CMU Serif</vt:lpstr>
      <vt:lpstr>Google Sans Text</vt:lpstr>
      <vt:lpstr>Segoe UI</vt:lpstr>
      <vt:lpstr>Univers Condensed</vt:lpstr>
      <vt:lpstr>Wingdings</vt:lpstr>
      <vt:lpstr>Líneas</vt:lpstr>
      <vt:lpstr>Presentación de PowerPoint</vt:lpstr>
      <vt:lpstr>Presentación de PowerPoint</vt:lpstr>
      <vt:lpstr>Comprensión del negocio I</vt:lpstr>
      <vt:lpstr>COMPRENSIÓN DEL NEGOCIO II</vt:lpstr>
      <vt:lpstr>Comprensión del negocio III </vt:lpstr>
      <vt:lpstr>Comprensión del negocio IV </vt:lpstr>
      <vt:lpstr>Presentación de PowerPoint</vt:lpstr>
      <vt:lpstr>Comprensión del negocio I</vt:lpstr>
      <vt:lpstr>Comprensión del negocio I</vt:lpstr>
      <vt:lpstr>Comprensión del negocio I</vt:lpstr>
      <vt:lpstr>Presentación de PowerPoint</vt:lpstr>
      <vt:lpstr>Presentación de PowerPoint</vt:lpstr>
      <vt:lpstr>PREPARACIÓN DE DATOS I</vt:lpstr>
      <vt:lpstr>PREPARACIÓN DE DATOS II</vt:lpstr>
      <vt:lpstr>PREPARACIÓN DE DATOS III</vt:lpstr>
      <vt:lpstr>PREPARACIÓN DE DATOS IV</vt:lpstr>
      <vt:lpstr>Presentación de PowerPoint</vt:lpstr>
      <vt:lpstr>PREPARACIÓN DE DATOS II</vt:lpstr>
      <vt:lpstr>MODELADO II</vt:lpstr>
      <vt:lpstr>MODELADO IV</vt:lpstr>
      <vt:lpstr>MODELADO V</vt:lpstr>
      <vt:lpstr>MODELADO VI</vt:lpstr>
      <vt:lpstr>MODELADO VII</vt:lpstr>
      <vt:lpstr>MODELADO VIII</vt:lpstr>
      <vt:lpstr>Presentación de PowerPoint</vt:lpstr>
      <vt:lpstr>RESULTADOS I</vt:lpstr>
      <vt:lpstr>RESULTADOS I</vt:lpstr>
      <vt:lpstr>RESULTADOS I</vt:lpstr>
      <vt:lpstr>XAI (IA Explicable)</vt:lpstr>
      <vt:lpstr>XAI (IA Explicable)</vt:lpstr>
      <vt:lpstr>Presentación de PowerPoint</vt:lpstr>
      <vt:lpstr>XAI (IA Explicable)</vt:lpstr>
      <vt:lpstr>XAI (IA Explicable)</vt:lpstr>
      <vt:lpstr>XAI (IA Explicable)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Luis González</dc:creator>
  <cp:lastModifiedBy>Michael Luis González</cp:lastModifiedBy>
  <cp:revision>16</cp:revision>
  <dcterms:created xsi:type="dcterms:W3CDTF">2026-03-19T12:48:53Z</dcterms:created>
  <dcterms:modified xsi:type="dcterms:W3CDTF">2026-04-08T10:38:34Z</dcterms:modified>
</cp:coreProperties>
</file>